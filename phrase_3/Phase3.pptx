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87" r:id="rId1"/>
    <p:sldMasterId id="2147483688" r:id="rId2"/>
    <p:sldMasterId id="2147483689" r:id="rId3"/>
  </p:sldMasterIdLst>
  <p:notesMasterIdLst>
    <p:notesMasterId r:id="rId14"/>
  </p:notesMasterIdLst>
  <p:handoutMasterIdLst>
    <p:handoutMasterId r:id="rId15"/>
  </p:handoutMasterIdLst>
  <p:sldIdLst>
    <p:sldId id="256" r:id="rId4"/>
    <p:sldId id="1224" r:id="rId5"/>
    <p:sldId id="1227" r:id="rId6"/>
    <p:sldId id="1234" r:id="rId7"/>
    <p:sldId id="1235" r:id="rId8"/>
    <p:sldId id="1236" r:id="rId9"/>
    <p:sldId id="1237" r:id="rId10"/>
    <p:sldId id="1230" r:id="rId11"/>
    <p:sldId id="1233" r:id="rId12"/>
    <p:sldId id="1207" r:id="rId13"/>
  </p:sldIdLst>
  <p:sldSz cx="6858000" cy="51435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160" userDrawn="1">
          <p15:clr>
            <a:srgbClr val="747775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 autoAdjust="0"/>
    <p:restoredTop sz="85306" autoAdjust="0"/>
  </p:normalViewPr>
  <p:slideViewPr>
    <p:cSldViewPr snapToGrid="0">
      <p:cViewPr varScale="1">
        <p:scale>
          <a:sx n="144" d="100"/>
          <a:sy n="144" d="100"/>
        </p:scale>
        <p:origin x="1776" y="192"/>
      </p:cViewPr>
      <p:guideLst>
        <p:guide orient="horz" pos="162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7.xml"/><Relationship Id="rId19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FF751F1-3A42-2CCA-598D-6D3E9A3302E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46F93C-4E40-6E33-2EA3-5DF58306E9F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67671E-555B-46B6-B458-B0A0C43B19DB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CA5A41-4A73-F527-AADA-B7C607C0BF0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2ECC23-4F7B-2465-8B81-82D2FB2131E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E22999-A56E-437D-BAD2-C4BBBD1DA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25925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2caca9ef3aa_2_7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" sz="1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</a:t>
            </a:fld>
            <a:endParaRPr sz="12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4" name="Google Shape;204;g2caca9ef3aa_2_76:notes"/>
          <p:cNvSpPr txBox="1"/>
          <p:nvPr/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" sz="1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</a:t>
            </a:fld>
            <a:endParaRPr sz="12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5" name="Google Shape;205;g2caca9ef3aa_2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206" name="Google Shape;206;g2caca9ef3aa_2_7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2A1D8-6A87-E8F0-CA03-A0FE1BE3A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8AA4D4-6296-8194-ACEB-1ACD059DA1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839FA-A9D1-7882-7407-19ABD4AA1E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CB3E3-F13F-9973-CDA0-D99B107780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0714A1-C42D-9944-B994-F4A8DD7DB29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7197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2A1D8-6A87-E8F0-CA03-A0FE1BE3A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8AA4D4-6296-8194-ACEB-1ACD059DA1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839FA-A9D1-7882-7407-19ABD4AA1E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CB3E3-F13F-9973-CDA0-D99B107780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0714A1-C42D-9944-B994-F4A8DD7DB29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9295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2A1D8-6A87-E8F0-CA03-A0FE1BE3A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8AA4D4-6296-8194-ACEB-1ACD059DA1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839FA-A9D1-7882-7407-19ABD4AA1E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CB3E3-F13F-9973-CDA0-D99B107780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0714A1-C42D-9944-B994-F4A8DD7DB29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876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2A1D8-6A87-E8F0-CA03-A0FE1BE3A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8AA4D4-6296-8194-ACEB-1ACD059DA1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839FA-A9D1-7882-7407-19ABD4AA1E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CB3E3-F13F-9973-CDA0-D99B107780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0714A1-C42D-9944-B994-F4A8DD7DB29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224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2A1D8-6A87-E8F0-CA03-A0FE1BE3A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8AA4D4-6296-8194-ACEB-1ACD059DA1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839FA-A9D1-7882-7407-19ABD4AA1E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CB3E3-F13F-9973-CDA0-D99B107780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0714A1-C42D-9944-B994-F4A8DD7DB29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9890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2A1D8-6A87-E8F0-CA03-A0FE1BE3A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8AA4D4-6296-8194-ACEB-1ACD059DA1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839FA-A9D1-7882-7407-19ABD4AA1E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CB3E3-F13F-9973-CDA0-D99B107780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0714A1-C42D-9944-B994-F4A8DD7DB29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7580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2A1D8-6A87-E8F0-CA03-A0FE1BE3A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8AA4D4-6296-8194-ACEB-1ACD059DA1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839FA-A9D1-7882-7407-19ABD4AA1E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CB3E3-F13F-9973-CDA0-D99B107780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0714A1-C42D-9944-B994-F4A8DD7DB29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8569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2A1D8-6A87-E8F0-CA03-A0FE1BE3A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8AA4D4-6296-8194-ACEB-1ACD059DA1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839FA-A9D1-7882-7407-19ABD4AA1E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CB3E3-F13F-9973-CDA0-D99B107780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0714A1-C42D-9944-B994-F4A8DD7DB29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6060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0714A1-C42D-9944-B994-F4A8DD7DB29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2640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233781" y="744575"/>
            <a:ext cx="639045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39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39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39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39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39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39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39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39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39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233775" y="2834125"/>
            <a:ext cx="639045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1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6354344" y="4663217"/>
            <a:ext cx="411525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233775" y="2150850"/>
            <a:ext cx="639045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27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27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27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27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27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27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27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27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27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6354344" y="4663217"/>
            <a:ext cx="411525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233775" y="445025"/>
            <a:ext cx="639045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233775" y="1152475"/>
            <a:ext cx="639045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342892" lvl="0" indent="-257168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685783" lvl="1" indent="-23811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028675" lvl="2" indent="-23811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371566" lvl="3" indent="-23811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1714457" lvl="4" indent="-23811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057348" lvl="5" indent="-23811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2400240" lvl="6" indent="-23811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2743132" lvl="7" indent="-23811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3086023" lvl="8" indent="-23811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6354344" y="4663217"/>
            <a:ext cx="411525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233775" y="445025"/>
            <a:ext cx="639045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233777" y="1152475"/>
            <a:ext cx="2999925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342892" lvl="0" indent="-238119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050"/>
            </a:lvl1pPr>
            <a:lvl2pPr marL="685783" lvl="1" indent="-228594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900"/>
            </a:lvl2pPr>
            <a:lvl3pPr marL="1028675" lvl="2" indent="-228594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900"/>
            </a:lvl3pPr>
            <a:lvl4pPr marL="1371566" lvl="3" indent="-228594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900"/>
            </a:lvl4pPr>
            <a:lvl5pPr marL="1714457" lvl="4" indent="-228594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900"/>
            </a:lvl5pPr>
            <a:lvl6pPr marL="2057348" lvl="5" indent="-228594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900"/>
            </a:lvl6pPr>
            <a:lvl7pPr marL="2400240" lvl="6" indent="-228594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900"/>
            </a:lvl7pPr>
            <a:lvl8pPr marL="2743132" lvl="7" indent="-228594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900"/>
            </a:lvl8pPr>
            <a:lvl9pPr marL="3086023" lvl="8" indent="-228594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9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3624302" y="1152475"/>
            <a:ext cx="2999925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342892" lvl="0" indent="-238119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050"/>
            </a:lvl1pPr>
            <a:lvl2pPr marL="685783" lvl="1" indent="-228594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900"/>
            </a:lvl2pPr>
            <a:lvl3pPr marL="1028675" lvl="2" indent="-228594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900"/>
            </a:lvl3pPr>
            <a:lvl4pPr marL="1371566" lvl="3" indent="-228594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900"/>
            </a:lvl4pPr>
            <a:lvl5pPr marL="1714457" lvl="4" indent="-228594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900"/>
            </a:lvl5pPr>
            <a:lvl6pPr marL="2057348" lvl="5" indent="-228594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900"/>
            </a:lvl6pPr>
            <a:lvl7pPr marL="2400240" lvl="6" indent="-228594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900"/>
            </a:lvl7pPr>
            <a:lvl8pPr marL="2743132" lvl="7" indent="-228594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900"/>
            </a:lvl8pPr>
            <a:lvl9pPr marL="3086023" lvl="8" indent="-228594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9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6354344" y="4663217"/>
            <a:ext cx="411525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233775" y="445025"/>
            <a:ext cx="639045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6354344" y="4663217"/>
            <a:ext cx="411525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233775" y="555600"/>
            <a:ext cx="2106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233775" y="1389600"/>
            <a:ext cx="2106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342892" lvl="0" indent="-228594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900"/>
            </a:lvl1pPr>
            <a:lvl2pPr marL="685783" lvl="1" indent="-228594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900"/>
            </a:lvl2pPr>
            <a:lvl3pPr marL="1028675" lvl="2" indent="-228594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900"/>
            </a:lvl3pPr>
            <a:lvl4pPr marL="1371566" lvl="3" indent="-228594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900"/>
            </a:lvl4pPr>
            <a:lvl5pPr marL="1714457" lvl="4" indent="-228594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900"/>
            </a:lvl5pPr>
            <a:lvl6pPr marL="2057348" lvl="5" indent="-228594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900"/>
            </a:lvl6pPr>
            <a:lvl7pPr marL="2400240" lvl="6" indent="-228594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900"/>
            </a:lvl7pPr>
            <a:lvl8pPr marL="2743132" lvl="7" indent="-228594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900"/>
            </a:lvl8pPr>
            <a:lvl9pPr marL="3086023" lvl="8" indent="-228594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9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6354344" y="4663217"/>
            <a:ext cx="411525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367688" y="450150"/>
            <a:ext cx="477585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6354344" y="4663217"/>
            <a:ext cx="411525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3429000" y="-125"/>
            <a:ext cx="3429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0"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199125" y="1233175"/>
            <a:ext cx="30339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5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5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5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5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5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5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5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5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5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199125" y="2803075"/>
            <a:ext cx="30339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575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575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575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575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575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575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575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575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575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3704625" y="724075"/>
            <a:ext cx="287775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342892" lvl="0" indent="-257168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685783" lvl="1" indent="-23811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028675" lvl="2" indent="-23811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371566" lvl="3" indent="-23811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1714457" lvl="4" indent="-23811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057348" lvl="5" indent="-23811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2400240" lvl="6" indent="-23811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2743132" lvl="7" indent="-23811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3086023" lvl="8" indent="-23811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6354344" y="4663217"/>
            <a:ext cx="411525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233775" y="4230575"/>
            <a:ext cx="44991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342892" lvl="0" indent="-17144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6354344" y="4663217"/>
            <a:ext cx="411525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233775" y="1106125"/>
            <a:ext cx="639045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9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9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9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9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9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9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9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9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9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233775" y="3152225"/>
            <a:ext cx="639045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342892" lvl="0" indent="-257168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685783" lvl="1" indent="-238119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028675" lvl="2" indent="-238119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371566" lvl="3" indent="-238119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1714457" lvl="4" indent="-238119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057348" lvl="5" indent="-238119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2400240" lvl="6" indent="-238119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2743132" lvl="7" indent="-238119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3086023" lvl="8" indent="-238119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6354344" y="4663217"/>
            <a:ext cx="411525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6354344" y="4663217"/>
            <a:ext cx="411525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sldNum" idx="12"/>
          </p:nvPr>
        </p:nvSpPr>
        <p:spPr>
          <a:xfrm>
            <a:off x="6115050" y="4800600"/>
            <a:ext cx="628650" cy="213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marL="0" marR="0" lvl="0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 txBox="1">
            <a:spLocks noGrp="1"/>
          </p:cNvSpPr>
          <p:nvPr>
            <p:ph type="ctrTitle"/>
          </p:nvPr>
        </p:nvSpPr>
        <p:spPr>
          <a:xfrm>
            <a:off x="514350" y="1597825"/>
            <a:ext cx="5829300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5"/>
          <p:cNvSpPr txBox="1">
            <a:spLocks noGrp="1"/>
          </p:cNvSpPr>
          <p:nvPr>
            <p:ph type="subTitle" idx="1"/>
          </p:nvPr>
        </p:nvSpPr>
        <p:spPr>
          <a:xfrm>
            <a:off x="1028700" y="2914650"/>
            <a:ext cx="4800600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270"/>
              </a:spcBef>
              <a:spcAft>
                <a:spcPts val="0"/>
              </a:spcAft>
              <a:buClr>
                <a:srgbClr val="000099"/>
              </a:buClr>
              <a:buSzPts val="1800"/>
              <a:buFont typeface="Arial"/>
              <a:buNone/>
              <a:defRPr/>
            </a:lvl1pPr>
            <a:lvl2pPr lvl="1" algn="ctr">
              <a:spcBef>
                <a:spcPts val="22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/>
            </a:lvl2pPr>
            <a:lvl3pPr lvl="2" algn="ctr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lvl="3" algn="ctr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/>
            </a:lvl4pPr>
            <a:lvl5pPr lvl="4" algn="ctr">
              <a:spcBef>
                <a:spcPts val="158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  <a:defRPr/>
            </a:lvl5pPr>
            <a:lvl6pPr lvl="5" algn="ctr">
              <a:spcBef>
                <a:spcPts val="158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  <a:defRPr/>
            </a:lvl6pPr>
            <a:lvl7pPr lvl="6" algn="ctr">
              <a:spcBef>
                <a:spcPts val="158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  <a:defRPr/>
            </a:lvl7pPr>
            <a:lvl8pPr lvl="7" algn="ctr">
              <a:spcBef>
                <a:spcPts val="158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  <a:defRPr/>
            </a:lvl8pPr>
            <a:lvl9pPr lvl="8" algn="ctr">
              <a:spcBef>
                <a:spcPts val="158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5"/>
          <p:cNvSpPr txBox="1">
            <a:spLocks noGrp="1"/>
          </p:cNvSpPr>
          <p:nvPr>
            <p:ph type="sldNum" idx="12"/>
          </p:nvPr>
        </p:nvSpPr>
        <p:spPr>
          <a:xfrm>
            <a:off x="6115050" y="4800600"/>
            <a:ext cx="628650" cy="213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marL="0" marR="0" lvl="0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>
            <a:spLocks noGrp="1"/>
          </p:cNvSpPr>
          <p:nvPr>
            <p:ph type="title"/>
          </p:nvPr>
        </p:nvSpPr>
        <p:spPr>
          <a:xfrm>
            <a:off x="1125142" y="82157"/>
            <a:ext cx="412908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sldNum" idx="12"/>
          </p:nvPr>
        </p:nvSpPr>
        <p:spPr>
          <a:xfrm>
            <a:off x="6115050" y="4800600"/>
            <a:ext cx="628650" cy="213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marL="0" marR="0" lvl="0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ustom Layout">
  <p:cSld name="1_Custom Layou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7"/>
          <p:cNvSpPr txBox="1">
            <a:spLocks noGrp="1"/>
          </p:cNvSpPr>
          <p:nvPr>
            <p:ph type="title"/>
          </p:nvPr>
        </p:nvSpPr>
        <p:spPr>
          <a:xfrm>
            <a:off x="1125142" y="82157"/>
            <a:ext cx="412908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7"/>
          <p:cNvSpPr txBox="1">
            <a:spLocks noGrp="1"/>
          </p:cNvSpPr>
          <p:nvPr>
            <p:ph type="sldNum" idx="12"/>
          </p:nvPr>
        </p:nvSpPr>
        <p:spPr>
          <a:xfrm>
            <a:off x="6115050" y="4800600"/>
            <a:ext cx="628650" cy="213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marL="0" marR="0" lvl="0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8"/>
          <p:cNvSpPr txBox="1">
            <a:spLocks noGrp="1"/>
          </p:cNvSpPr>
          <p:nvPr>
            <p:ph type="title"/>
          </p:nvPr>
        </p:nvSpPr>
        <p:spPr>
          <a:xfrm>
            <a:off x="1125142" y="82157"/>
            <a:ext cx="412908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8"/>
          <p:cNvSpPr txBox="1">
            <a:spLocks noGrp="1"/>
          </p:cNvSpPr>
          <p:nvPr>
            <p:ph type="body" idx="1"/>
          </p:nvPr>
        </p:nvSpPr>
        <p:spPr>
          <a:xfrm>
            <a:off x="514350" y="1143000"/>
            <a:ext cx="5829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342892" lvl="0" indent="-257168" algn="l">
              <a:spcBef>
                <a:spcPts val="270"/>
              </a:spcBef>
              <a:spcAft>
                <a:spcPts val="0"/>
              </a:spcAft>
              <a:buClr>
                <a:srgbClr val="000099"/>
              </a:buClr>
              <a:buSzPts val="1800"/>
              <a:buChar char="•"/>
              <a:defRPr/>
            </a:lvl1pPr>
            <a:lvl2pPr marL="685783" lvl="1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028675" lvl="2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371566" lvl="3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1714457" lvl="4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057348" lvl="5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2400240" lvl="6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2743132" lvl="7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3086023" lvl="8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69" name="Google Shape;69;p18"/>
          <p:cNvSpPr txBox="1">
            <a:spLocks noGrp="1"/>
          </p:cNvSpPr>
          <p:nvPr>
            <p:ph type="sldNum" idx="12"/>
          </p:nvPr>
        </p:nvSpPr>
        <p:spPr>
          <a:xfrm>
            <a:off x="6115050" y="4800600"/>
            <a:ext cx="628650" cy="213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marL="0" marR="0" lvl="0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Custom Layout">
  <p:cSld name="2_Custom Layou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9"/>
          <p:cNvSpPr txBox="1">
            <a:spLocks noGrp="1"/>
          </p:cNvSpPr>
          <p:nvPr>
            <p:ph type="title"/>
          </p:nvPr>
        </p:nvSpPr>
        <p:spPr>
          <a:xfrm>
            <a:off x="1125142" y="82157"/>
            <a:ext cx="412908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9"/>
          <p:cNvSpPr txBox="1">
            <a:spLocks noGrp="1"/>
          </p:cNvSpPr>
          <p:nvPr>
            <p:ph type="sldNum" idx="12"/>
          </p:nvPr>
        </p:nvSpPr>
        <p:spPr>
          <a:xfrm>
            <a:off x="6115050" y="4800600"/>
            <a:ext cx="628650" cy="213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marL="0" marR="0" lvl="0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0"/>
          <p:cNvSpPr txBox="1">
            <a:spLocks noGrp="1"/>
          </p:cNvSpPr>
          <p:nvPr>
            <p:ph type="title"/>
          </p:nvPr>
        </p:nvSpPr>
        <p:spPr>
          <a:xfrm>
            <a:off x="541735" y="3305180"/>
            <a:ext cx="5829300" cy="438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50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0"/>
          <p:cNvSpPr txBox="1">
            <a:spLocks noGrp="1"/>
          </p:cNvSpPr>
          <p:nvPr>
            <p:ph type="body" idx="1"/>
          </p:nvPr>
        </p:nvSpPr>
        <p:spPr>
          <a:xfrm>
            <a:off x="541735" y="2180035"/>
            <a:ext cx="58293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342892" lvl="0" indent="-171446" algn="l">
              <a:spcBef>
                <a:spcPts val="225"/>
              </a:spcBef>
              <a:spcAft>
                <a:spcPts val="0"/>
              </a:spcAft>
              <a:buClr>
                <a:srgbClr val="000099"/>
              </a:buClr>
              <a:buSzPts val="1500"/>
              <a:buFont typeface="Arial"/>
              <a:buNone/>
              <a:defRPr sz="1125"/>
            </a:lvl1pPr>
            <a:lvl2pPr marL="685783" lvl="1" indent="-171446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013"/>
            </a:lvl2pPr>
            <a:lvl3pPr marL="1028675" lvl="2" indent="-171446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900"/>
            </a:lvl3pPr>
            <a:lvl4pPr marL="1371566" lvl="3" indent="-171446" algn="l">
              <a:spcBef>
                <a:spcPts val="158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  <a:defRPr sz="788"/>
            </a:lvl4pPr>
            <a:lvl5pPr marL="1714457" lvl="4" indent="-171446" algn="l">
              <a:spcBef>
                <a:spcPts val="158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  <a:defRPr sz="788"/>
            </a:lvl5pPr>
            <a:lvl6pPr marL="2057348" lvl="5" indent="-171446" algn="l">
              <a:spcBef>
                <a:spcPts val="158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  <a:defRPr sz="788"/>
            </a:lvl6pPr>
            <a:lvl7pPr marL="2400240" lvl="6" indent="-171446" algn="l">
              <a:spcBef>
                <a:spcPts val="158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  <a:defRPr sz="788"/>
            </a:lvl7pPr>
            <a:lvl8pPr marL="2743132" lvl="7" indent="-171446" algn="l">
              <a:spcBef>
                <a:spcPts val="158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  <a:defRPr sz="788"/>
            </a:lvl8pPr>
            <a:lvl9pPr marL="3086023" lvl="8" indent="-171446" algn="l">
              <a:spcBef>
                <a:spcPts val="158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  <a:defRPr sz="788"/>
            </a:lvl9pPr>
          </a:lstStyle>
          <a:p>
            <a:endParaRPr/>
          </a:p>
        </p:txBody>
      </p:sp>
      <p:sp>
        <p:nvSpPr>
          <p:cNvPr id="76" name="Google Shape;76;p20"/>
          <p:cNvSpPr txBox="1">
            <a:spLocks noGrp="1"/>
          </p:cNvSpPr>
          <p:nvPr>
            <p:ph type="sldNum" idx="12"/>
          </p:nvPr>
        </p:nvSpPr>
        <p:spPr>
          <a:xfrm>
            <a:off x="6115050" y="4800600"/>
            <a:ext cx="628650" cy="213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marL="0" marR="0" lvl="0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1"/>
          <p:cNvSpPr txBox="1">
            <a:spLocks noGrp="1"/>
          </p:cNvSpPr>
          <p:nvPr>
            <p:ph type="title"/>
          </p:nvPr>
        </p:nvSpPr>
        <p:spPr>
          <a:xfrm>
            <a:off x="1125142" y="82157"/>
            <a:ext cx="412908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1"/>
          <p:cNvSpPr txBox="1">
            <a:spLocks noGrp="1"/>
          </p:cNvSpPr>
          <p:nvPr>
            <p:ph type="body" idx="1"/>
          </p:nvPr>
        </p:nvSpPr>
        <p:spPr>
          <a:xfrm>
            <a:off x="514350" y="1143000"/>
            <a:ext cx="28575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342892" lvl="0" indent="-271457" algn="l">
              <a:spcBef>
                <a:spcPts val="315"/>
              </a:spcBef>
              <a:spcAft>
                <a:spcPts val="0"/>
              </a:spcAft>
              <a:buClr>
                <a:srgbClr val="000099"/>
              </a:buClr>
              <a:buSzPts val="2100"/>
              <a:buFont typeface="Arial"/>
              <a:buChar char="•"/>
              <a:defRPr sz="1575"/>
            </a:lvl1pPr>
            <a:lvl2pPr marL="685783" lvl="1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sz="1350"/>
            </a:lvl2pPr>
            <a:lvl3pPr marL="1028675" lvl="2" indent="-242882" algn="l">
              <a:spcBef>
                <a:spcPts val="22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125"/>
            </a:lvl3pPr>
            <a:lvl4pPr marL="1371566" lvl="3" indent="-235738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–"/>
              <a:defRPr sz="1013"/>
            </a:lvl4pPr>
            <a:lvl5pPr marL="1714457" lvl="4" indent="-235738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»"/>
              <a:defRPr sz="1013"/>
            </a:lvl5pPr>
            <a:lvl6pPr marL="2057348" lvl="5" indent="-235738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»"/>
              <a:defRPr sz="1013"/>
            </a:lvl6pPr>
            <a:lvl7pPr marL="2400240" lvl="6" indent="-235738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»"/>
              <a:defRPr sz="1013"/>
            </a:lvl7pPr>
            <a:lvl8pPr marL="2743132" lvl="7" indent="-235738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»"/>
              <a:defRPr sz="1013"/>
            </a:lvl8pPr>
            <a:lvl9pPr marL="3086023" lvl="8" indent="-235738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»"/>
              <a:defRPr sz="1013"/>
            </a:lvl9pPr>
          </a:lstStyle>
          <a:p>
            <a:endParaRPr/>
          </a:p>
        </p:txBody>
      </p:sp>
      <p:sp>
        <p:nvSpPr>
          <p:cNvPr id="80" name="Google Shape;80;p21"/>
          <p:cNvSpPr txBox="1">
            <a:spLocks noGrp="1"/>
          </p:cNvSpPr>
          <p:nvPr>
            <p:ph type="body" idx="2"/>
          </p:nvPr>
        </p:nvSpPr>
        <p:spPr>
          <a:xfrm>
            <a:off x="3486150" y="1143000"/>
            <a:ext cx="28575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342892" lvl="0" indent="-271457" algn="l">
              <a:spcBef>
                <a:spcPts val="315"/>
              </a:spcBef>
              <a:spcAft>
                <a:spcPts val="0"/>
              </a:spcAft>
              <a:buClr>
                <a:srgbClr val="000099"/>
              </a:buClr>
              <a:buSzPts val="2100"/>
              <a:buFont typeface="Arial"/>
              <a:buChar char="•"/>
              <a:defRPr sz="1575"/>
            </a:lvl1pPr>
            <a:lvl2pPr marL="685783" lvl="1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sz="1350"/>
            </a:lvl2pPr>
            <a:lvl3pPr marL="1028675" lvl="2" indent="-242882" algn="l">
              <a:spcBef>
                <a:spcPts val="22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125"/>
            </a:lvl3pPr>
            <a:lvl4pPr marL="1371566" lvl="3" indent="-235738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–"/>
              <a:defRPr sz="1013"/>
            </a:lvl4pPr>
            <a:lvl5pPr marL="1714457" lvl="4" indent="-235738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»"/>
              <a:defRPr sz="1013"/>
            </a:lvl5pPr>
            <a:lvl6pPr marL="2057348" lvl="5" indent="-235738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»"/>
              <a:defRPr sz="1013"/>
            </a:lvl6pPr>
            <a:lvl7pPr marL="2400240" lvl="6" indent="-235738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»"/>
              <a:defRPr sz="1013"/>
            </a:lvl7pPr>
            <a:lvl8pPr marL="2743132" lvl="7" indent="-235738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»"/>
              <a:defRPr sz="1013"/>
            </a:lvl8pPr>
            <a:lvl9pPr marL="3086023" lvl="8" indent="-235738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»"/>
              <a:defRPr sz="1013"/>
            </a:lvl9pPr>
          </a:lstStyle>
          <a:p>
            <a:endParaRPr/>
          </a:p>
        </p:txBody>
      </p:sp>
      <p:sp>
        <p:nvSpPr>
          <p:cNvPr id="81" name="Google Shape;81;p21"/>
          <p:cNvSpPr txBox="1">
            <a:spLocks noGrp="1"/>
          </p:cNvSpPr>
          <p:nvPr>
            <p:ph type="sldNum" idx="12"/>
          </p:nvPr>
        </p:nvSpPr>
        <p:spPr>
          <a:xfrm>
            <a:off x="6115050" y="4800600"/>
            <a:ext cx="628650" cy="213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marL="0" marR="0" lvl="0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2"/>
          <p:cNvSpPr txBox="1">
            <a:spLocks noGrp="1"/>
          </p:cNvSpPr>
          <p:nvPr>
            <p:ph type="title"/>
          </p:nvPr>
        </p:nvSpPr>
        <p:spPr>
          <a:xfrm>
            <a:off x="342900" y="205982"/>
            <a:ext cx="6172200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2"/>
          <p:cNvSpPr txBox="1">
            <a:spLocks noGrp="1"/>
          </p:cNvSpPr>
          <p:nvPr>
            <p:ph type="body" idx="1"/>
          </p:nvPr>
        </p:nvSpPr>
        <p:spPr>
          <a:xfrm>
            <a:off x="342902" y="1151335"/>
            <a:ext cx="3030141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342892" lvl="0" indent="-171446" algn="l">
              <a:spcBef>
                <a:spcPts val="270"/>
              </a:spcBef>
              <a:spcAft>
                <a:spcPts val="0"/>
              </a:spcAft>
              <a:buClr>
                <a:srgbClr val="000099"/>
              </a:buClr>
              <a:buSzPts val="1800"/>
              <a:buFont typeface="Arial"/>
              <a:buNone/>
              <a:defRPr sz="1350" b="1"/>
            </a:lvl1pPr>
            <a:lvl2pPr marL="685783" lvl="1" indent="-171446" algn="l">
              <a:spcBef>
                <a:spcPts val="22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sz="1125" b="1"/>
            </a:lvl2pPr>
            <a:lvl3pPr marL="1028675" lvl="2" indent="-171446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013" b="1"/>
            </a:lvl3pPr>
            <a:lvl4pPr marL="1371566" lvl="3" indent="-171446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900" b="1"/>
            </a:lvl4pPr>
            <a:lvl5pPr marL="1714457" lvl="4" indent="-171446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900" b="1"/>
            </a:lvl5pPr>
            <a:lvl6pPr marL="2057348" lvl="5" indent="-171446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900" b="1"/>
            </a:lvl6pPr>
            <a:lvl7pPr marL="2400240" lvl="6" indent="-171446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900" b="1"/>
            </a:lvl7pPr>
            <a:lvl8pPr marL="2743132" lvl="7" indent="-171446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900" b="1"/>
            </a:lvl8pPr>
            <a:lvl9pPr marL="3086023" lvl="8" indent="-171446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900" b="1"/>
            </a:lvl9pPr>
          </a:lstStyle>
          <a:p>
            <a:endParaRPr/>
          </a:p>
        </p:txBody>
      </p:sp>
      <p:sp>
        <p:nvSpPr>
          <p:cNvPr id="85" name="Google Shape;85;p22"/>
          <p:cNvSpPr txBox="1">
            <a:spLocks noGrp="1"/>
          </p:cNvSpPr>
          <p:nvPr>
            <p:ph type="body" idx="2"/>
          </p:nvPr>
        </p:nvSpPr>
        <p:spPr>
          <a:xfrm>
            <a:off x="342902" y="1631156"/>
            <a:ext cx="3030141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342892" lvl="0" indent="-257168" algn="l">
              <a:spcBef>
                <a:spcPts val="270"/>
              </a:spcBef>
              <a:spcAft>
                <a:spcPts val="0"/>
              </a:spcAft>
              <a:buClr>
                <a:srgbClr val="000099"/>
              </a:buClr>
              <a:buSzPts val="1800"/>
              <a:buFont typeface="Arial"/>
              <a:buChar char="•"/>
              <a:defRPr sz="1350"/>
            </a:lvl1pPr>
            <a:lvl2pPr marL="685783" lvl="1" indent="-242882" algn="l">
              <a:spcBef>
                <a:spcPts val="22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125"/>
            </a:lvl2pPr>
            <a:lvl3pPr marL="1028675" lvl="2" indent="-235738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013"/>
            </a:lvl3pPr>
            <a:lvl4pPr marL="1371566" lvl="3" indent="-228594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–"/>
              <a:defRPr sz="900"/>
            </a:lvl4pPr>
            <a:lvl5pPr marL="1714457" lvl="4" indent="-228594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»"/>
              <a:defRPr sz="900"/>
            </a:lvl5pPr>
            <a:lvl6pPr marL="2057348" lvl="5" indent="-228594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»"/>
              <a:defRPr sz="900"/>
            </a:lvl6pPr>
            <a:lvl7pPr marL="2400240" lvl="6" indent="-228594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»"/>
              <a:defRPr sz="900"/>
            </a:lvl7pPr>
            <a:lvl8pPr marL="2743132" lvl="7" indent="-228594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»"/>
              <a:defRPr sz="900"/>
            </a:lvl8pPr>
            <a:lvl9pPr marL="3086023" lvl="8" indent="-228594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»"/>
              <a:defRPr sz="900"/>
            </a:lvl9pPr>
          </a:lstStyle>
          <a:p>
            <a:endParaRPr/>
          </a:p>
        </p:txBody>
      </p:sp>
      <p:sp>
        <p:nvSpPr>
          <p:cNvPr id="86" name="Google Shape;86;p22"/>
          <p:cNvSpPr txBox="1">
            <a:spLocks noGrp="1"/>
          </p:cNvSpPr>
          <p:nvPr>
            <p:ph type="body" idx="3"/>
          </p:nvPr>
        </p:nvSpPr>
        <p:spPr>
          <a:xfrm>
            <a:off x="3483772" y="1151335"/>
            <a:ext cx="3031331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342892" lvl="0" indent="-171446" algn="l">
              <a:spcBef>
                <a:spcPts val="270"/>
              </a:spcBef>
              <a:spcAft>
                <a:spcPts val="0"/>
              </a:spcAft>
              <a:buClr>
                <a:srgbClr val="000099"/>
              </a:buClr>
              <a:buSzPts val="1800"/>
              <a:buFont typeface="Arial"/>
              <a:buNone/>
              <a:defRPr sz="1350" b="1"/>
            </a:lvl1pPr>
            <a:lvl2pPr marL="685783" lvl="1" indent="-171446" algn="l">
              <a:spcBef>
                <a:spcPts val="22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sz="1125" b="1"/>
            </a:lvl2pPr>
            <a:lvl3pPr marL="1028675" lvl="2" indent="-171446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013" b="1"/>
            </a:lvl3pPr>
            <a:lvl4pPr marL="1371566" lvl="3" indent="-171446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900" b="1"/>
            </a:lvl4pPr>
            <a:lvl5pPr marL="1714457" lvl="4" indent="-171446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900" b="1"/>
            </a:lvl5pPr>
            <a:lvl6pPr marL="2057348" lvl="5" indent="-171446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900" b="1"/>
            </a:lvl6pPr>
            <a:lvl7pPr marL="2400240" lvl="6" indent="-171446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900" b="1"/>
            </a:lvl7pPr>
            <a:lvl8pPr marL="2743132" lvl="7" indent="-171446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900" b="1"/>
            </a:lvl8pPr>
            <a:lvl9pPr marL="3086023" lvl="8" indent="-171446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900" b="1"/>
            </a:lvl9pPr>
          </a:lstStyle>
          <a:p>
            <a:endParaRPr/>
          </a:p>
        </p:txBody>
      </p:sp>
      <p:sp>
        <p:nvSpPr>
          <p:cNvPr id="87" name="Google Shape;87;p22"/>
          <p:cNvSpPr txBox="1">
            <a:spLocks noGrp="1"/>
          </p:cNvSpPr>
          <p:nvPr>
            <p:ph type="body" idx="4"/>
          </p:nvPr>
        </p:nvSpPr>
        <p:spPr>
          <a:xfrm>
            <a:off x="3483772" y="1631156"/>
            <a:ext cx="3031331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342892" lvl="0" indent="-257168" algn="l">
              <a:spcBef>
                <a:spcPts val="270"/>
              </a:spcBef>
              <a:spcAft>
                <a:spcPts val="0"/>
              </a:spcAft>
              <a:buClr>
                <a:srgbClr val="000099"/>
              </a:buClr>
              <a:buSzPts val="1800"/>
              <a:buFont typeface="Arial"/>
              <a:buChar char="•"/>
              <a:defRPr sz="1350"/>
            </a:lvl1pPr>
            <a:lvl2pPr marL="685783" lvl="1" indent="-242882" algn="l">
              <a:spcBef>
                <a:spcPts val="22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125"/>
            </a:lvl2pPr>
            <a:lvl3pPr marL="1028675" lvl="2" indent="-235738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013"/>
            </a:lvl3pPr>
            <a:lvl4pPr marL="1371566" lvl="3" indent="-228594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–"/>
              <a:defRPr sz="900"/>
            </a:lvl4pPr>
            <a:lvl5pPr marL="1714457" lvl="4" indent="-228594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»"/>
              <a:defRPr sz="900"/>
            </a:lvl5pPr>
            <a:lvl6pPr marL="2057348" lvl="5" indent="-228594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»"/>
              <a:defRPr sz="900"/>
            </a:lvl6pPr>
            <a:lvl7pPr marL="2400240" lvl="6" indent="-228594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»"/>
              <a:defRPr sz="900"/>
            </a:lvl7pPr>
            <a:lvl8pPr marL="2743132" lvl="7" indent="-228594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»"/>
              <a:defRPr sz="900"/>
            </a:lvl8pPr>
            <a:lvl9pPr marL="3086023" lvl="8" indent="-228594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»"/>
              <a:defRPr sz="900"/>
            </a:lvl9pPr>
          </a:lstStyle>
          <a:p>
            <a:endParaRPr/>
          </a:p>
        </p:txBody>
      </p:sp>
      <p:sp>
        <p:nvSpPr>
          <p:cNvPr id="88" name="Google Shape;88;p22"/>
          <p:cNvSpPr txBox="1">
            <a:spLocks noGrp="1"/>
          </p:cNvSpPr>
          <p:nvPr>
            <p:ph type="sldNum" idx="12"/>
          </p:nvPr>
        </p:nvSpPr>
        <p:spPr>
          <a:xfrm>
            <a:off x="6115050" y="4800600"/>
            <a:ext cx="628650" cy="213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marL="0" marR="0" lvl="0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>
            <a:spLocks noGrp="1"/>
          </p:cNvSpPr>
          <p:nvPr>
            <p:ph type="title"/>
          </p:nvPr>
        </p:nvSpPr>
        <p:spPr>
          <a:xfrm>
            <a:off x="1125142" y="82157"/>
            <a:ext cx="412908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23"/>
          <p:cNvSpPr txBox="1">
            <a:spLocks noGrp="1"/>
          </p:cNvSpPr>
          <p:nvPr>
            <p:ph type="sldNum" idx="12"/>
          </p:nvPr>
        </p:nvSpPr>
        <p:spPr>
          <a:xfrm>
            <a:off x="6115050" y="4800600"/>
            <a:ext cx="628650" cy="213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marL="0" marR="0" lvl="0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4"/>
          <p:cNvSpPr txBox="1">
            <a:spLocks noGrp="1"/>
          </p:cNvSpPr>
          <p:nvPr>
            <p:ph type="title"/>
          </p:nvPr>
        </p:nvSpPr>
        <p:spPr>
          <a:xfrm>
            <a:off x="342903" y="810911"/>
            <a:ext cx="2256235" cy="265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25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4"/>
          <p:cNvSpPr txBox="1">
            <a:spLocks noGrp="1"/>
          </p:cNvSpPr>
          <p:nvPr>
            <p:ph type="body" idx="1"/>
          </p:nvPr>
        </p:nvSpPr>
        <p:spPr>
          <a:xfrm>
            <a:off x="2681289" y="204794"/>
            <a:ext cx="3833813" cy="4389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342892" lvl="0" indent="-285743" algn="l">
              <a:spcBef>
                <a:spcPts val="360"/>
              </a:spcBef>
              <a:spcAft>
                <a:spcPts val="0"/>
              </a:spcAft>
              <a:buClr>
                <a:srgbClr val="000099"/>
              </a:buClr>
              <a:buSzPts val="2400"/>
              <a:buFont typeface="Arial"/>
              <a:buChar char="•"/>
              <a:defRPr sz="1800"/>
            </a:lvl1pPr>
            <a:lvl2pPr marL="685783" lvl="1" indent="-271457" algn="l">
              <a:spcBef>
                <a:spcPts val="315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sz="1575"/>
            </a:lvl2pPr>
            <a:lvl3pPr marL="1028675" lvl="2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350"/>
            </a:lvl3pPr>
            <a:lvl4pPr marL="1371566" lvl="3" indent="-242882" algn="l">
              <a:spcBef>
                <a:spcPts val="22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125"/>
            </a:lvl4pPr>
            <a:lvl5pPr marL="1714457" lvl="4" indent="-242882" algn="l">
              <a:spcBef>
                <a:spcPts val="22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sz="1125"/>
            </a:lvl5pPr>
            <a:lvl6pPr marL="2057348" lvl="5" indent="-242882" algn="l">
              <a:spcBef>
                <a:spcPts val="22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sz="1125"/>
            </a:lvl6pPr>
            <a:lvl7pPr marL="2400240" lvl="6" indent="-242882" algn="l">
              <a:spcBef>
                <a:spcPts val="22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sz="1125"/>
            </a:lvl7pPr>
            <a:lvl8pPr marL="2743132" lvl="7" indent="-242882" algn="l">
              <a:spcBef>
                <a:spcPts val="22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sz="1125"/>
            </a:lvl8pPr>
            <a:lvl9pPr marL="3086023" lvl="8" indent="-242882" algn="l">
              <a:spcBef>
                <a:spcPts val="22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sz="1125"/>
            </a:lvl9pPr>
          </a:lstStyle>
          <a:p>
            <a:endParaRPr/>
          </a:p>
        </p:txBody>
      </p:sp>
      <p:sp>
        <p:nvSpPr>
          <p:cNvPr id="95" name="Google Shape;95;p24"/>
          <p:cNvSpPr txBox="1">
            <a:spLocks noGrp="1"/>
          </p:cNvSpPr>
          <p:nvPr>
            <p:ph type="body" idx="2"/>
          </p:nvPr>
        </p:nvSpPr>
        <p:spPr>
          <a:xfrm>
            <a:off x="342903" y="1076328"/>
            <a:ext cx="2256235" cy="3518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342892" lvl="0" indent="-171446" algn="l">
              <a:spcBef>
                <a:spcPts val="158"/>
              </a:spcBef>
              <a:spcAft>
                <a:spcPts val="0"/>
              </a:spcAft>
              <a:buClr>
                <a:srgbClr val="000099"/>
              </a:buClr>
              <a:buSzPts val="1050"/>
              <a:buFont typeface="Arial"/>
              <a:buNone/>
              <a:defRPr sz="788"/>
            </a:lvl1pPr>
            <a:lvl2pPr marL="685783" lvl="1" indent="-171446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675"/>
            </a:lvl2pPr>
            <a:lvl3pPr marL="1028675" lvl="2" indent="-171446" algn="l">
              <a:spcBef>
                <a:spcPts val="113"/>
              </a:spcBef>
              <a:spcAft>
                <a:spcPts val="0"/>
              </a:spcAft>
              <a:buClr>
                <a:schemeClr val="dk1"/>
              </a:buClr>
              <a:buSzPts val="750"/>
              <a:buFont typeface="Arial"/>
              <a:buNone/>
              <a:defRPr sz="563"/>
            </a:lvl3pPr>
            <a:lvl4pPr marL="1371566" lvl="3" indent="-171446" algn="l">
              <a:spcBef>
                <a:spcPts val="101"/>
              </a:spcBef>
              <a:spcAft>
                <a:spcPts val="0"/>
              </a:spcAft>
              <a:buClr>
                <a:schemeClr val="dk1"/>
              </a:buClr>
              <a:buSzPts val="675"/>
              <a:buFont typeface="Arial"/>
              <a:buNone/>
              <a:defRPr sz="506"/>
            </a:lvl4pPr>
            <a:lvl5pPr marL="1714457" lvl="4" indent="-171446" algn="l">
              <a:spcBef>
                <a:spcPts val="101"/>
              </a:spcBef>
              <a:spcAft>
                <a:spcPts val="0"/>
              </a:spcAft>
              <a:buClr>
                <a:schemeClr val="dk1"/>
              </a:buClr>
              <a:buSzPts val="675"/>
              <a:buFont typeface="Arial"/>
              <a:buNone/>
              <a:defRPr sz="506"/>
            </a:lvl5pPr>
            <a:lvl6pPr marL="2057348" lvl="5" indent="-171446" algn="l">
              <a:spcBef>
                <a:spcPts val="101"/>
              </a:spcBef>
              <a:spcAft>
                <a:spcPts val="0"/>
              </a:spcAft>
              <a:buClr>
                <a:schemeClr val="dk1"/>
              </a:buClr>
              <a:buSzPts val="675"/>
              <a:buFont typeface="Arial"/>
              <a:buNone/>
              <a:defRPr sz="506"/>
            </a:lvl6pPr>
            <a:lvl7pPr marL="2400240" lvl="6" indent="-171446" algn="l">
              <a:spcBef>
                <a:spcPts val="101"/>
              </a:spcBef>
              <a:spcAft>
                <a:spcPts val="0"/>
              </a:spcAft>
              <a:buClr>
                <a:schemeClr val="dk1"/>
              </a:buClr>
              <a:buSzPts val="675"/>
              <a:buFont typeface="Arial"/>
              <a:buNone/>
              <a:defRPr sz="506"/>
            </a:lvl7pPr>
            <a:lvl8pPr marL="2743132" lvl="7" indent="-171446" algn="l">
              <a:spcBef>
                <a:spcPts val="101"/>
              </a:spcBef>
              <a:spcAft>
                <a:spcPts val="0"/>
              </a:spcAft>
              <a:buClr>
                <a:schemeClr val="dk1"/>
              </a:buClr>
              <a:buSzPts val="675"/>
              <a:buFont typeface="Arial"/>
              <a:buNone/>
              <a:defRPr sz="506"/>
            </a:lvl8pPr>
            <a:lvl9pPr marL="3086023" lvl="8" indent="-171446" algn="l">
              <a:spcBef>
                <a:spcPts val="101"/>
              </a:spcBef>
              <a:spcAft>
                <a:spcPts val="0"/>
              </a:spcAft>
              <a:buClr>
                <a:schemeClr val="dk1"/>
              </a:buClr>
              <a:buSzPts val="675"/>
              <a:buFont typeface="Arial"/>
              <a:buNone/>
              <a:defRPr sz="506"/>
            </a:lvl9pPr>
          </a:lstStyle>
          <a:p>
            <a:endParaRPr/>
          </a:p>
        </p:txBody>
      </p:sp>
      <p:sp>
        <p:nvSpPr>
          <p:cNvPr id="96" name="Google Shape;96;p24"/>
          <p:cNvSpPr txBox="1">
            <a:spLocks noGrp="1"/>
          </p:cNvSpPr>
          <p:nvPr>
            <p:ph type="sldNum" idx="12"/>
          </p:nvPr>
        </p:nvSpPr>
        <p:spPr>
          <a:xfrm>
            <a:off x="6115050" y="4800600"/>
            <a:ext cx="628650" cy="213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marL="0" marR="0" lvl="0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5"/>
          <p:cNvSpPr txBox="1">
            <a:spLocks noGrp="1"/>
          </p:cNvSpPr>
          <p:nvPr>
            <p:ph type="title"/>
          </p:nvPr>
        </p:nvSpPr>
        <p:spPr>
          <a:xfrm>
            <a:off x="1344216" y="3760091"/>
            <a:ext cx="4114800" cy="265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25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25"/>
          <p:cNvSpPr>
            <a:spLocks noGrp="1"/>
          </p:cNvSpPr>
          <p:nvPr>
            <p:ph type="pic" idx="2"/>
          </p:nvPr>
        </p:nvSpPr>
        <p:spPr>
          <a:xfrm>
            <a:off x="1344216" y="459581"/>
            <a:ext cx="41148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5"/>
          <p:cNvSpPr txBox="1">
            <a:spLocks noGrp="1"/>
          </p:cNvSpPr>
          <p:nvPr>
            <p:ph type="body" idx="1"/>
          </p:nvPr>
        </p:nvSpPr>
        <p:spPr>
          <a:xfrm>
            <a:off x="1344216" y="4025508"/>
            <a:ext cx="4114800" cy="603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342892" lvl="0" indent="-171446" algn="l">
              <a:spcBef>
                <a:spcPts val="158"/>
              </a:spcBef>
              <a:spcAft>
                <a:spcPts val="0"/>
              </a:spcAft>
              <a:buClr>
                <a:srgbClr val="000099"/>
              </a:buClr>
              <a:buSzPts val="1050"/>
              <a:buFont typeface="Arial"/>
              <a:buNone/>
              <a:defRPr sz="788"/>
            </a:lvl1pPr>
            <a:lvl2pPr marL="685783" lvl="1" indent="-171446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675"/>
            </a:lvl2pPr>
            <a:lvl3pPr marL="1028675" lvl="2" indent="-171446" algn="l">
              <a:spcBef>
                <a:spcPts val="113"/>
              </a:spcBef>
              <a:spcAft>
                <a:spcPts val="0"/>
              </a:spcAft>
              <a:buClr>
                <a:schemeClr val="dk1"/>
              </a:buClr>
              <a:buSzPts val="750"/>
              <a:buFont typeface="Arial"/>
              <a:buNone/>
              <a:defRPr sz="563"/>
            </a:lvl3pPr>
            <a:lvl4pPr marL="1371566" lvl="3" indent="-171446" algn="l">
              <a:spcBef>
                <a:spcPts val="101"/>
              </a:spcBef>
              <a:spcAft>
                <a:spcPts val="0"/>
              </a:spcAft>
              <a:buClr>
                <a:schemeClr val="dk1"/>
              </a:buClr>
              <a:buSzPts val="675"/>
              <a:buFont typeface="Arial"/>
              <a:buNone/>
              <a:defRPr sz="506"/>
            </a:lvl4pPr>
            <a:lvl5pPr marL="1714457" lvl="4" indent="-171446" algn="l">
              <a:spcBef>
                <a:spcPts val="101"/>
              </a:spcBef>
              <a:spcAft>
                <a:spcPts val="0"/>
              </a:spcAft>
              <a:buClr>
                <a:schemeClr val="dk1"/>
              </a:buClr>
              <a:buSzPts val="675"/>
              <a:buFont typeface="Arial"/>
              <a:buNone/>
              <a:defRPr sz="506"/>
            </a:lvl5pPr>
            <a:lvl6pPr marL="2057348" lvl="5" indent="-171446" algn="l">
              <a:spcBef>
                <a:spcPts val="101"/>
              </a:spcBef>
              <a:spcAft>
                <a:spcPts val="0"/>
              </a:spcAft>
              <a:buClr>
                <a:schemeClr val="dk1"/>
              </a:buClr>
              <a:buSzPts val="675"/>
              <a:buFont typeface="Arial"/>
              <a:buNone/>
              <a:defRPr sz="506"/>
            </a:lvl6pPr>
            <a:lvl7pPr marL="2400240" lvl="6" indent="-171446" algn="l">
              <a:spcBef>
                <a:spcPts val="101"/>
              </a:spcBef>
              <a:spcAft>
                <a:spcPts val="0"/>
              </a:spcAft>
              <a:buClr>
                <a:schemeClr val="dk1"/>
              </a:buClr>
              <a:buSzPts val="675"/>
              <a:buFont typeface="Arial"/>
              <a:buNone/>
              <a:defRPr sz="506"/>
            </a:lvl7pPr>
            <a:lvl8pPr marL="2743132" lvl="7" indent="-171446" algn="l">
              <a:spcBef>
                <a:spcPts val="101"/>
              </a:spcBef>
              <a:spcAft>
                <a:spcPts val="0"/>
              </a:spcAft>
              <a:buClr>
                <a:schemeClr val="dk1"/>
              </a:buClr>
              <a:buSzPts val="675"/>
              <a:buFont typeface="Arial"/>
              <a:buNone/>
              <a:defRPr sz="506"/>
            </a:lvl8pPr>
            <a:lvl9pPr marL="3086023" lvl="8" indent="-171446" algn="l">
              <a:spcBef>
                <a:spcPts val="101"/>
              </a:spcBef>
              <a:spcAft>
                <a:spcPts val="0"/>
              </a:spcAft>
              <a:buClr>
                <a:schemeClr val="dk1"/>
              </a:buClr>
              <a:buSzPts val="675"/>
              <a:buFont typeface="Arial"/>
              <a:buNone/>
              <a:defRPr sz="506"/>
            </a:lvl9pPr>
          </a:lstStyle>
          <a:p>
            <a:endParaRPr/>
          </a:p>
        </p:txBody>
      </p:sp>
      <p:sp>
        <p:nvSpPr>
          <p:cNvPr id="101" name="Google Shape;101;p25"/>
          <p:cNvSpPr txBox="1">
            <a:spLocks noGrp="1"/>
          </p:cNvSpPr>
          <p:nvPr>
            <p:ph type="sldNum" idx="12"/>
          </p:nvPr>
        </p:nvSpPr>
        <p:spPr>
          <a:xfrm>
            <a:off x="6115050" y="4800600"/>
            <a:ext cx="628650" cy="213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marL="0" marR="0" lvl="0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6"/>
          <p:cNvSpPr txBox="1">
            <a:spLocks noGrp="1"/>
          </p:cNvSpPr>
          <p:nvPr>
            <p:ph type="title"/>
          </p:nvPr>
        </p:nvSpPr>
        <p:spPr>
          <a:xfrm>
            <a:off x="1125142" y="82157"/>
            <a:ext cx="412908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26"/>
          <p:cNvSpPr txBox="1">
            <a:spLocks noGrp="1"/>
          </p:cNvSpPr>
          <p:nvPr>
            <p:ph type="body" idx="1"/>
          </p:nvPr>
        </p:nvSpPr>
        <p:spPr>
          <a:xfrm rot="5400000">
            <a:off x="1885950" y="-228600"/>
            <a:ext cx="3086100" cy="582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342892" lvl="0" indent="-257168" algn="l">
              <a:spcBef>
                <a:spcPts val="270"/>
              </a:spcBef>
              <a:spcAft>
                <a:spcPts val="0"/>
              </a:spcAft>
              <a:buClr>
                <a:srgbClr val="000099"/>
              </a:buClr>
              <a:buSzPts val="1800"/>
              <a:buChar char="•"/>
              <a:defRPr/>
            </a:lvl1pPr>
            <a:lvl2pPr marL="685783" lvl="1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028675" lvl="2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371566" lvl="3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1714457" lvl="4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057348" lvl="5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2400240" lvl="6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2743132" lvl="7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3086023" lvl="8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105" name="Google Shape;105;p26"/>
          <p:cNvSpPr txBox="1">
            <a:spLocks noGrp="1"/>
          </p:cNvSpPr>
          <p:nvPr>
            <p:ph type="sldNum" idx="12"/>
          </p:nvPr>
        </p:nvSpPr>
        <p:spPr>
          <a:xfrm>
            <a:off x="6115050" y="4800600"/>
            <a:ext cx="628650" cy="213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marL="0" marR="0" lvl="0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7"/>
          <p:cNvSpPr txBox="1">
            <a:spLocks noGrp="1"/>
          </p:cNvSpPr>
          <p:nvPr>
            <p:ph type="title"/>
          </p:nvPr>
        </p:nvSpPr>
        <p:spPr>
          <a:xfrm rot="5400000">
            <a:off x="4097055" y="1970984"/>
            <a:ext cx="4146947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7"/>
          <p:cNvSpPr txBox="1">
            <a:spLocks noGrp="1"/>
          </p:cNvSpPr>
          <p:nvPr>
            <p:ph type="body" idx="1"/>
          </p:nvPr>
        </p:nvSpPr>
        <p:spPr>
          <a:xfrm rot="5400000">
            <a:off x="569717" y="26792"/>
            <a:ext cx="4146947" cy="425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342892" lvl="0" indent="-257168" algn="l">
              <a:spcBef>
                <a:spcPts val="270"/>
              </a:spcBef>
              <a:spcAft>
                <a:spcPts val="0"/>
              </a:spcAft>
              <a:buClr>
                <a:srgbClr val="000099"/>
              </a:buClr>
              <a:buSzPts val="1800"/>
              <a:buChar char="•"/>
              <a:defRPr/>
            </a:lvl1pPr>
            <a:lvl2pPr marL="685783" lvl="1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028675" lvl="2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371566" lvl="3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1714457" lvl="4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057348" lvl="5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2400240" lvl="6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2743132" lvl="7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3086023" lvl="8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109" name="Google Shape;109;p27"/>
          <p:cNvSpPr txBox="1">
            <a:spLocks noGrp="1"/>
          </p:cNvSpPr>
          <p:nvPr>
            <p:ph type="sldNum" idx="12"/>
          </p:nvPr>
        </p:nvSpPr>
        <p:spPr>
          <a:xfrm>
            <a:off x="6115050" y="4800600"/>
            <a:ext cx="628650" cy="213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marL="0" marR="0" lvl="0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Text, and Content" type="txAndObj">
  <p:cSld name="TEXT_AND_OBJECT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8"/>
          <p:cNvSpPr txBox="1">
            <a:spLocks noGrp="1"/>
          </p:cNvSpPr>
          <p:nvPr>
            <p:ph type="title"/>
          </p:nvPr>
        </p:nvSpPr>
        <p:spPr>
          <a:xfrm>
            <a:off x="1125142" y="82157"/>
            <a:ext cx="412908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8"/>
          <p:cNvSpPr txBox="1">
            <a:spLocks noGrp="1"/>
          </p:cNvSpPr>
          <p:nvPr>
            <p:ph type="body" idx="1"/>
          </p:nvPr>
        </p:nvSpPr>
        <p:spPr>
          <a:xfrm>
            <a:off x="514350" y="1143000"/>
            <a:ext cx="28575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342892" lvl="0" indent="-257168" algn="l">
              <a:spcBef>
                <a:spcPts val="270"/>
              </a:spcBef>
              <a:spcAft>
                <a:spcPts val="0"/>
              </a:spcAft>
              <a:buClr>
                <a:srgbClr val="000099"/>
              </a:buClr>
              <a:buSzPts val="1800"/>
              <a:buChar char="•"/>
              <a:defRPr/>
            </a:lvl1pPr>
            <a:lvl2pPr marL="685783" lvl="1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028675" lvl="2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371566" lvl="3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1714457" lvl="4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057348" lvl="5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2400240" lvl="6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2743132" lvl="7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3086023" lvl="8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113" name="Google Shape;113;p28"/>
          <p:cNvSpPr txBox="1">
            <a:spLocks noGrp="1"/>
          </p:cNvSpPr>
          <p:nvPr>
            <p:ph type="body" idx="2"/>
          </p:nvPr>
        </p:nvSpPr>
        <p:spPr>
          <a:xfrm>
            <a:off x="3486150" y="1143000"/>
            <a:ext cx="28575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342892" lvl="0" indent="-257168" algn="l">
              <a:spcBef>
                <a:spcPts val="270"/>
              </a:spcBef>
              <a:spcAft>
                <a:spcPts val="0"/>
              </a:spcAft>
              <a:buClr>
                <a:srgbClr val="000099"/>
              </a:buClr>
              <a:buSzPts val="1800"/>
              <a:buChar char="•"/>
              <a:defRPr/>
            </a:lvl1pPr>
            <a:lvl2pPr marL="685783" lvl="1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028675" lvl="2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371566" lvl="3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1714457" lvl="4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057348" lvl="5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2400240" lvl="6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2743132" lvl="7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3086023" lvl="8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114" name="Google Shape;114;p28"/>
          <p:cNvSpPr txBox="1">
            <a:spLocks noGrp="1"/>
          </p:cNvSpPr>
          <p:nvPr>
            <p:ph type="sldNum" idx="12"/>
          </p:nvPr>
        </p:nvSpPr>
        <p:spPr>
          <a:xfrm>
            <a:off x="6115050" y="4800600"/>
            <a:ext cx="628650" cy="213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marL="0" marR="0" lvl="0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Text, and 2 Content" type="txAndTwoObj">
  <p:cSld name="TEXT_AND_TWO_OBJECTS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9"/>
          <p:cNvSpPr txBox="1">
            <a:spLocks noGrp="1"/>
          </p:cNvSpPr>
          <p:nvPr>
            <p:ph type="title"/>
          </p:nvPr>
        </p:nvSpPr>
        <p:spPr>
          <a:xfrm>
            <a:off x="1125142" y="82157"/>
            <a:ext cx="412908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9"/>
          <p:cNvSpPr txBox="1">
            <a:spLocks noGrp="1"/>
          </p:cNvSpPr>
          <p:nvPr>
            <p:ph type="body" idx="1"/>
          </p:nvPr>
        </p:nvSpPr>
        <p:spPr>
          <a:xfrm>
            <a:off x="514350" y="1143000"/>
            <a:ext cx="28575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342892" lvl="0" indent="-257168" algn="l">
              <a:spcBef>
                <a:spcPts val="270"/>
              </a:spcBef>
              <a:spcAft>
                <a:spcPts val="0"/>
              </a:spcAft>
              <a:buClr>
                <a:srgbClr val="000099"/>
              </a:buClr>
              <a:buSzPts val="1800"/>
              <a:buChar char="•"/>
              <a:defRPr/>
            </a:lvl1pPr>
            <a:lvl2pPr marL="685783" lvl="1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028675" lvl="2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371566" lvl="3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1714457" lvl="4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057348" lvl="5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2400240" lvl="6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2743132" lvl="7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3086023" lvl="8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118" name="Google Shape;118;p29"/>
          <p:cNvSpPr txBox="1">
            <a:spLocks noGrp="1"/>
          </p:cNvSpPr>
          <p:nvPr>
            <p:ph type="body" idx="2"/>
          </p:nvPr>
        </p:nvSpPr>
        <p:spPr>
          <a:xfrm>
            <a:off x="3486150" y="1143000"/>
            <a:ext cx="2857500" cy="14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342892" lvl="0" indent="-257168" algn="l">
              <a:spcBef>
                <a:spcPts val="270"/>
              </a:spcBef>
              <a:spcAft>
                <a:spcPts val="0"/>
              </a:spcAft>
              <a:buClr>
                <a:srgbClr val="000099"/>
              </a:buClr>
              <a:buSzPts val="1800"/>
              <a:buChar char="•"/>
              <a:defRPr/>
            </a:lvl1pPr>
            <a:lvl2pPr marL="685783" lvl="1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028675" lvl="2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371566" lvl="3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1714457" lvl="4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057348" lvl="5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2400240" lvl="6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2743132" lvl="7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3086023" lvl="8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119" name="Google Shape;119;p29"/>
          <p:cNvSpPr txBox="1">
            <a:spLocks noGrp="1"/>
          </p:cNvSpPr>
          <p:nvPr>
            <p:ph type="body" idx="3"/>
          </p:nvPr>
        </p:nvSpPr>
        <p:spPr>
          <a:xfrm>
            <a:off x="3486150" y="2743200"/>
            <a:ext cx="2857500" cy="14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342892" lvl="0" indent="-257168" algn="l">
              <a:spcBef>
                <a:spcPts val="270"/>
              </a:spcBef>
              <a:spcAft>
                <a:spcPts val="0"/>
              </a:spcAft>
              <a:buClr>
                <a:srgbClr val="000099"/>
              </a:buClr>
              <a:buSzPts val="1800"/>
              <a:buChar char="•"/>
              <a:defRPr/>
            </a:lvl1pPr>
            <a:lvl2pPr marL="685783" lvl="1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028675" lvl="2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371566" lvl="3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1714457" lvl="4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057348" lvl="5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2400240" lvl="6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2743132" lvl="7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3086023" lvl="8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120" name="Google Shape;120;p29"/>
          <p:cNvSpPr txBox="1">
            <a:spLocks noGrp="1"/>
          </p:cNvSpPr>
          <p:nvPr>
            <p:ph type="sldNum" idx="12"/>
          </p:nvPr>
        </p:nvSpPr>
        <p:spPr>
          <a:xfrm>
            <a:off x="6115050" y="4800600"/>
            <a:ext cx="628650" cy="213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marL="0" marR="0" lvl="0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Text and Clip Art" type="txAndClipArt">
  <p:cSld name="TEXT_AND_CLIPART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0"/>
          <p:cNvSpPr txBox="1">
            <a:spLocks noGrp="1"/>
          </p:cNvSpPr>
          <p:nvPr>
            <p:ph type="title"/>
          </p:nvPr>
        </p:nvSpPr>
        <p:spPr>
          <a:xfrm>
            <a:off x="1125142" y="82157"/>
            <a:ext cx="412908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30"/>
          <p:cNvSpPr txBox="1">
            <a:spLocks noGrp="1"/>
          </p:cNvSpPr>
          <p:nvPr>
            <p:ph type="body" idx="1"/>
          </p:nvPr>
        </p:nvSpPr>
        <p:spPr>
          <a:xfrm>
            <a:off x="514350" y="1143000"/>
            <a:ext cx="28575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342892" lvl="0" indent="-257168" algn="l">
              <a:spcBef>
                <a:spcPts val="270"/>
              </a:spcBef>
              <a:spcAft>
                <a:spcPts val="0"/>
              </a:spcAft>
              <a:buClr>
                <a:srgbClr val="000099"/>
              </a:buClr>
              <a:buSzPts val="1800"/>
              <a:buChar char="•"/>
              <a:defRPr/>
            </a:lvl1pPr>
            <a:lvl2pPr marL="685783" lvl="1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028675" lvl="2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371566" lvl="3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1714457" lvl="4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057348" lvl="5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2400240" lvl="6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2743132" lvl="7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3086023" lvl="8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124" name="Google Shape;124;p30"/>
          <p:cNvSpPr>
            <a:spLocks noGrp="1"/>
          </p:cNvSpPr>
          <p:nvPr>
            <p:ph type="clipArt" idx="2"/>
          </p:nvPr>
        </p:nvSpPr>
        <p:spPr>
          <a:xfrm>
            <a:off x="3486150" y="1143000"/>
            <a:ext cx="28575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25" name="Google Shape;125;p30"/>
          <p:cNvSpPr txBox="1">
            <a:spLocks noGrp="1"/>
          </p:cNvSpPr>
          <p:nvPr>
            <p:ph type="sldNum" idx="12"/>
          </p:nvPr>
        </p:nvSpPr>
        <p:spPr>
          <a:xfrm>
            <a:off x="6115050" y="4800600"/>
            <a:ext cx="628650" cy="213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marL="0" marR="0" lvl="0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3" name="Google Shape;133;p32"/>
          <p:cNvCxnSpPr/>
          <p:nvPr/>
        </p:nvCxnSpPr>
        <p:spPr>
          <a:xfrm>
            <a:off x="57152" y="685800"/>
            <a:ext cx="6721079" cy="0"/>
          </a:xfrm>
          <a:prstGeom prst="straightConnector1">
            <a:avLst/>
          </a:prstGeom>
          <a:noFill/>
          <a:ln w="63500" cap="flat" cmpd="sng">
            <a:solidFill>
              <a:srgbClr val="CC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4" name="Google Shape;134;p32"/>
          <p:cNvSpPr txBox="1">
            <a:spLocks noGrp="1"/>
          </p:cNvSpPr>
          <p:nvPr>
            <p:ph type="title"/>
          </p:nvPr>
        </p:nvSpPr>
        <p:spPr>
          <a:xfrm>
            <a:off x="342900" y="57150"/>
            <a:ext cx="61722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32"/>
          <p:cNvSpPr txBox="1">
            <a:spLocks noGrp="1"/>
          </p:cNvSpPr>
          <p:nvPr>
            <p:ph type="body" idx="1"/>
          </p:nvPr>
        </p:nvSpPr>
        <p:spPr>
          <a:xfrm>
            <a:off x="96254" y="806112"/>
            <a:ext cx="6681977" cy="3949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342892" lvl="0" indent="-256454" algn="l">
              <a:spcBef>
                <a:spcPts val="315"/>
              </a:spcBef>
              <a:spcAft>
                <a:spcPts val="0"/>
              </a:spcAft>
              <a:buClr>
                <a:srgbClr val="A50021"/>
              </a:buClr>
              <a:buSzPts val="1785"/>
              <a:buFont typeface="Noto Sans Symbols"/>
              <a:buChar char="❑"/>
              <a:defRPr sz="1575" b="1">
                <a:latin typeface="Arial"/>
                <a:ea typeface="Arial"/>
                <a:cs typeface="Arial"/>
                <a:sym typeface="Arial"/>
              </a:defRPr>
            </a:lvl1pPr>
            <a:lvl2pPr marL="685783" lvl="1" indent="-237452" algn="l">
              <a:spcBef>
                <a:spcPts val="270"/>
              </a:spcBef>
              <a:spcAft>
                <a:spcPts val="0"/>
              </a:spcAft>
              <a:buClr>
                <a:srgbClr val="A50021"/>
              </a:buClr>
              <a:buSzPts val="1386"/>
              <a:buFont typeface="Noto Sans Symbols"/>
              <a:buChar char="❑"/>
              <a:defRPr sz="1350">
                <a:latin typeface="Arial"/>
                <a:ea typeface="Arial"/>
                <a:cs typeface="Arial"/>
                <a:sym typeface="Arial"/>
              </a:defRPr>
            </a:lvl2pPr>
            <a:lvl3pPr marL="1028675" lvl="2" indent="-217879" algn="l">
              <a:spcBef>
                <a:spcPts val="225"/>
              </a:spcBef>
              <a:spcAft>
                <a:spcPts val="0"/>
              </a:spcAft>
              <a:buClr>
                <a:srgbClr val="A50021"/>
              </a:buClr>
              <a:buSzPts val="975"/>
              <a:buFont typeface="Noto Sans Symbols"/>
              <a:buChar char="❑"/>
              <a:defRPr sz="1125">
                <a:latin typeface="Arial"/>
                <a:ea typeface="Arial"/>
                <a:cs typeface="Arial"/>
                <a:sym typeface="Arial"/>
              </a:defRPr>
            </a:lvl3pPr>
            <a:lvl4pPr marL="1371566" lvl="3" indent="-235738" algn="l">
              <a:spcBef>
                <a:spcPts val="203"/>
              </a:spcBef>
              <a:spcAft>
                <a:spcPts val="0"/>
              </a:spcAft>
              <a:buClr>
                <a:srgbClr val="A50021"/>
              </a:buClr>
              <a:buSzPts val="1350"/>
              <a:buFont typeface="Noto Sans Symbols"/>
              <a:buChar char="▪"/>
              <a:defRPr sz="1013">
                <a:latin typeface="Arial"/>
                <a:ea typeface="Arial"/>
                <a:cs typeface="Arial"/>
                <a:sym typeface="Arial"/>
              </a:defRPr>
            </a:lvl4pPr>
            <a:lvl5pPr marL="1714457" lvl="4" indent="-228594" algn="l">
              <a:spcBef>
                <a:spcPts val="180"/>
              </a:spcBef>
              <a:spcAft>
                <a:spcPts val="0"/>
              </a:spcAft>
              <a:buClr>
                <a:srgbClr val="A50021"/>
              </a:buClr>
              <a:buSzPts val="1200"/>
              <a:buChar char="»"/>
              <a:defRPr sz="900">
                <a:latin typeface="Arial"/>
                <a:ea typeface="Arial"/>
                <a:cs typeface="Arial"/>
                <a:sym typeface="Arial"/>
              </a:defRPr>
            </a:lvl5pPr>
            <a:lvl6pPr marL="2057348" lvl="5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400240" lvl="6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743132" lvl="7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086023" lvl="8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32"/>
          <p:cNvSpPr txBox="1">
            <a:spLocks noGrp="1"/>
          </p:cNvSpPr>
          <p:nvPr>
            <p:ph type="dt" idx="10"/>
          </p:nvPr>
        </p:nvSpPr>
        <p:spPr>
          <a:xfrm>
            <a:off x="342900" y="4767264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7" name="Google Shape;137;p32"/>
          <p:cNvSpPr txBox="1">
            <a:spLocks noGrp="1"/>
          </p:cNvSpPr>
          <p:nvPr>
            <p:ph type="ftr" idx="11"/>
          </p:nvPr>
        </p:nvSpPr>
        <p:spPr>
          <a:xfrm>
            <a:off x="2343150" y="4767264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32"/>
          <p:cNvSpPr txBox="1">
            <a:spLocks noGrp="1"/>
          </p:cNvSpPr>
          <p:nvPr>
            <p:ph type="sldNum" idx="12"/>
          </p:nvPr>
        </p:nvSpPr>
        <p:spPr>
          <a:xfrm>
            <a:off x="5320904" y="4938714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6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6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6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6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6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6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6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6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6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3"/>
          <p:cNvSpPr txBox="1">
            <a:spLocks noGrp="1"/>
          </p:cNvSpPr>
          <p:nvPr>
            <p:ph type="ctrTitle"/>
          </p:nvPr>
        </p:nvSpPr>
        <p:spPr>
          <a:xfrm>
            <a:off x="514350" y="1597825"/>
            <a:ext cx="5829300" cy="1102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1" name="Google Shape;141;p33"/>
          <p:cNvSpPr txBox="1">
            <a:spLocks noGrp="1"/>
          </p:cNvSpPr>
          <p:nvPr>
            <p:ph type="subTitle" idx="1"/>
          </p:nvPr>
        </p:nvSpPr>
        <p:spPr>
          <a:xfrm>
            <a:off x="1028700" y="2914650"/>
            <a:ext cx="4800600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315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225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225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225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225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225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225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42" name="Google Shape;142;p33"/>
          <p:cNvSpPr txBox="1">
            <a:spLocks noGrp="1"/>
          </p:cNvSpPr>
          <p:nvPr>
            <p:ph type="dt" idx="10"/>
          </p:nvPr>
        </p:nvSpPr>
        <p:spPr>
          <a:xfrm>
            <a:off x="342900" y="4767264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3" name="Google Shape;143;p33"/>
          <p:cNvSpPr txBox="1">
            <a:spLocks noGrp="1"/>
          </p:cNvSpPr>
          <p:nvPr>
            <p:ph type="ftr" idx="11"/>
          </p:nvPr>
        </p:nvSpPr>
        <p:spPr>
          <a:xfrm>
            <a:off x="2343150" y="4767264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33"/>
          <p:cNvSpPr txBox="1">
            <a:spLocks noGrp="1"/>
          </p:cNvSpPr>
          <p:nvPr>
            <p:ph type="sldNum" idx="12"/>
          </p:nvPr>
        </p:nvSpPr>
        <p:spPr>
          <a:xfrm>
            <a:off x="4914900" y="4767264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4"/>
          <p:cNvSpPr txBox="1">
            <a:spLocks noGrp="1"/>
          </p:cNvSpPr>
          <p:nvPr>
            <p:ph type="title"/>
          </p:nvPr>
        </p:nvSpPr>
        <p:spPr>
          <a:xfrm>
            <a:off x="541735" y="3305177"/>
            <a:ext cx="5829300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50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34"/>
          <p:cNvSpPr txBox="1">
            <a:spLocks noGrp="1"/>
          </p:cNvSpPr>
          <p:nvPr>
            <p:ph type="body" idx="1"/>
          </p:nvPr>
        </p:nvSpPr>
        <p:spPr>
          <a:xfrm>
            <a:off x="541735" y="2180035"/>
            <a:ext cx="58293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342892" lvl="0" indent="-171446" algn="l">
              <a:spcBef>
                <a:spcPts val="225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125">
                <a:solidFill>
                  <a:srgbClr val="888888"/>
                </a:solidFill>
              </a:defRPr>
            </a:lvl1pPr>
            <a:lvl2pPr marL="685783" lvl="1" indent="-171446" algn="l">
              <a:spcBef>
                <a:spcPts val="203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013">
                <a:solidFill>
                  <a:srgbClr val="888888"/>
                </a:solidFill>
              </a:defRPr>
            </a:lvl2pPr>
            <a:lvl3pPr marL="1028675" lvl="2" indent="-171446" algn="l">
              <a:spcBef>
                <a:spcPts val="18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900">
                <a:solidFill>
                  <a:srgbClr val="888888"/>
                </a:solidFill>
              </a:defRPr>
            </a:lvl3pPr>
            <a:lvl4pPr marL="1371566" lvl="3" indent="-171446" algn="l">
              <a:spcBef>
                <a:spcPts val="158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788">
                <a:solidFill>
                  <a:srgbClr val="888888"/>
                </a:solidFill>
              </a:defRPr>
            </a:lvl4pPr>
            <a:lvl5pPr marL="1714457" lvl="4" indent="-171446" algn="l">
              <a:spcBef>
                <a:spcPts val="158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788">
                <a:solidFill>
                  <a:srgbClr val="888888"/>
                </a:solidFill>
              </a:defRPr>
            </a:lvl5pPr>
            <a:lvl6pPr marL="2057348" lvl="5" indent="-171446" algn="l">
              <a:spcBef>
                <a:spcPts val="158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788">
                <a:solidFill>
                  <a:srgbClr val="888888"/>
                </a:solidFill>
              </a:defRPr>
            </a:lvl6pPr>
            <a:lvl7pPr marL="2400240" lvl="6" indent="-171446" algn="l">
              <a:spcBef>
                <a:spcPts val="158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788">
                <a:solidFill>
                  <a:srgbClr val="888888"/>
                </a:solidFill>
              </a:defRPr>
            </a:lvl7pPr>
            <a:lvl8pPr marL="2743132" lvl="7" indent="-171446" algn="l">
              <a:spcBef>
                <a:spcPts val="158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788">
                <a:solidFill>
                  <a:srgbClr val="888888"/>
                </a:solidFill>
              </a:defRPr>
            </a:lvl8pPr>
            <a:lvl9pPr marL="3086023" lvl="8" indent="-171446" algn="l">
              <a:spcBef>
                <a:spcPts val="158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78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48" name="Google Shape;148;p34"/>
          <p:cNvSpPr txBox="1">
            <a:spLocks noGrp="1"/>
          </p:cNvSpPr>
          <p:nvPr>
            <p:ph type="dt" idx="10"/>
          </p:nvPr>
        </p:nvSpPr>
        <p:spPr>
          <a:xfrm>
            <a:off x="342900" y="4767264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34"/>
          <p:cNvSpPr txBox="1">
            <a:spLocks noGrp="1"/>
          </p:cNvSpPr>
          <p:nvPr>
            <p:ph type="ftr" idx="11"/>
          </p:nvPr>
        </p:nvSpPr>
        <p:spPr>
          <a:xfrm>
            <a:off x="2343150" y="4767264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0" name="Google Shape;150;p34"/>
          <p:cNvSpPr txBox="1">
            <a:spLocks noGrp="1"/>
          </p:cNvSpPr>
          <p:nvPr>
            <p:ph type="sldNum" idx="12"/>
          </p:nvPr>
        </p:nvSpPr>
        <p:spPr>
          <a:xfrm>
            <a:off x="4914900" y="4767264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5"/>
          <p:cNvSpPr txBox="1">
            <a:spLocks noGrp="1"/>
          </p:cNvSpPr>
          <p:nvPr>
            <p:ph type="title"/>
          </p:nvPr>
        </p:nvSpPr>
        <p:spPr>
          <a:xfrm>
            <a:off x="342900" y="57150"/>
            <a:ext cx="61722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35"/>
          <p:cNvSpPr txBox="1">
            <a:spLocks noGrp="1"/>
          </p:cNvSpPr>
          <p:nvPr>
            <p:ph type="body" idx="1"/>
          </p:nvPr>
        </p:nvSpPr>
        <p:spPr>
          <a:xfrm>
            <a:off x="342900" y="1200152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342892" lvl="0" indent="-271457" algn="l">
              <a:spcBef>
                <a:spcPts val="31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1575"/>
            </a:lvl1pPr>
            <a:lvl2pPr marL="685783" lvl="1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350"/>
            </a:lvl2pPr>
            <a:lvl3pPr marL="1028675" lvl="2" indent="-242882" algn="l">
              <a:spcBef>
                <a:spcPts val="22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125"/>
            </a:lvl3pPr>
            <a:lvl4pPr marL="1371566" lvl="3" indent="-235738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Char char="–"/>
              <a:defRPr sz="1013"/>
            </a:lvl4pPr>
            <a:lvl5pPr marL="1714457" lvl="4" indent="-235738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Char char="»"/>
              <a:defRPr sz="1013"/>
            </a:lvl5pPr>
            <a:lvl6pPr marL="2057348" lvl="5" indent="-235738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013"/>
            </a:lvl6pPr>
            <a:lvl7pPr marL="2400240" lvl="6" indent="-235738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013"/>
            </a:lvl7pPr>
            <a:lvl8pPr marL="2743132" lvl="7" indent="-235738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013"/>
            </a:lvl8pPr>
            <a:lvl9pPr marL="3086023" lvl="8" indent="-235738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013"/>
            </a:lvl9pPr>
          </a:lstStyle>
          <a:p>
            <a:endParaRPr/>
          </a:p>
        </p:txBody>
      </p:sp>
      <p:sp>
        <p:nvSpPr>
          <p:cNvPr id="154" name="Google Shape;154;p35"/>
          <p:cNvSpPr txBox="1">
            <a:spLocks noGrp="1"/>
          </p:cNvSpPr>
          <p:nvPr>
            <p:ph type="body" idx="2"/>
          </p:nvPr>
        </p:nvSpPr>
        <p:spPr>
          <a:xfrm>
            <a:off x="3486150" y="1200152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342892" lvl="0" indent="-271457" algn="l">
              <a:spcBef>
                <a:spcPts val="31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1575"/>
            </a:lvl1pPr>
            <a:lvl2pPr marL="685783" lvl="1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350"/>
            </a:lvl2pPr>
            <a:lvl3pPr marL="1028675" lvl="2" indent="-242882" algn="l">
              <a:spcBef>
                <a:spcPts val="22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125"/>
            </a:lvl3pPr>
            <a:lvl4pPr marL="1371566" lvl="3" indent="-235738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Char char="–"/>
              <a:defRPr sz="1013"/>
            </a:lvl4pPr>
            <a:lvl5pPr marL="1714457" lvl="4" indent="-235738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Char char="»"/>
              <a:defRPr sz="1013"/>
            </a:lvl5pPr>
            <a:lvl6pPr marL="2057348" lvl="5" indent="-235738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013"/>
            </a:lvl6pPr>
            <a:lvl7pPr marL="2400240" lvl="6" indent="-235738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013"/>
            </a:lvl7pPr>
            <a:lvl8pPr marL="2743132" lvl="7" indent="-235738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013"/>
            </a:lvl8pPr>
            <a:lvl9pPr marL="3086023" lvl="8" indent="-235738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013"/>
            </a:lvl9pPr>
          </a:lstStyle>
          <a:p>
            <a:endParaRPr/>
          </a:p>
        </p:txBody>
      </p:sp>
      <p:sp>
        <p:nvSpPr>
          <p:cNvPr id="155" name="Google Shape;155;p35"/>
          <p:cNvSpPr txBox="1">
            <a:spLocks noGrp="1"/>
          </p:cNvSpPr>
          <p:nvPr>
            <p:ph type="dt" idx="10"/>
          </p:nvPr>
        </p:nvSpPr>
        <p:spPr>
          <a:xfrm>
            <a:off x="342900" y="4767264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35"/>
          <p:cNvSpPr txBox="1">
            <a:spLocks noGrp="1"/>
          </p:cNvSpPr>
          <p:nvPr>
            <p:ph type="ftr" idx="11"/>
          </p:nvPr>
        </p:nvSpPr>
        <p:spPr>
          <a:xfrm>
            <a:off x="2343150" y="4767264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35"/>
          <p:cNvSpPr txBox="1">
            <a:spLocks noGrp="1"/>
          </p:cNvSpPr>
          <p:nvPr>
            <p:ph type="sldNum" idx="12"/>
          </p:nvPr>
        </p:nvSpPr>
        <p:spPr>
          <a:xfrm>
            <a:off x="4914900" y="4767264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6"/>
          <p:cNvSpPr txBox="1">
            <a:spLocks noGrp="1"/>
          </p:cNvSpPr>
          <p:nvPr>
            <p:ph type="title"/>
          </p:nvPr>
        </p:nvSpPr>
        <p:spPr>
          <a:xfrm>
            <a:off x="342900" y="57150"/>
            <a:ext cx="61722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36"/>
          <p:cNvSpPr txBox="1">
            <a:spLocks noGrp="1"/>
          </p:cNvSpPr>
          <p:nvPr>
            <p:ph type="body" idx="1"/>
          </p:nvPr>
        </p:nvSpPr>
        <p:spPr>
          <a:xfrm>
            <a:off x="342902" y="1151335"/>
            <a:ext cx="3030141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342892" lvl="0" indent="-171446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350" b="1"/>
            </a:lvl1pPr>
            <a:lvl2pPr marL="685783" lvl="1" indent="-171446" algn="l">
              <a:spcBef>
                <a:spcPts val="22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125" b="1"/>
            </a:lvl2pPr>
            <a:lvl3pPr marL="1028675" lvl="2" indent="-171446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013" b="1"/>
            </a:lvl3pPr>
            <a:lvl4pPr marL="1371566" lvl="3" indent="-171446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900" b="1"/>
            </a:lvl4pPr>
            <a:lvl5pPr marL="1714457" lvl="4" indent="-171446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900" b="1"/>
            </a:lvl5pPr>
            <a:lvl6pPr marL="2057348" lvl="5" indent="-171446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900" b="1"/>
            </a:lvl6pPr>
            <a:lvl7pPr marL="2400240" lvl="6" indent="-171446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900" b="1"/>
            </a:lvl7pPr>
            <a:lvl8pPr marL="2743132" lvl="7" indent="-171446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900" b="1"/>
            </a:lvl8pPr>
            <a:lvl9pPr marL="3086023" lvl="8" indent="-171446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900" b="1"/>
            </a:lvl9pPr>
          </a:lstStyle>
          <a:p>
            <a:endParaRPr/>
          </a:p>
        </p:txBody>
      </p:sp>
      <p:sp>
        <p:nvSpPr>
          <p:cNvPr id="161" name="Google Shape;161;p36"/>
          <p:cNvSpPr txBox="1">
            <a:spLocks noGrp="1"/>
          </p:cNvSpPr>
          <p:nvPr>
            <p:ph type="body" idx="2"/>
          </p:nvPr>
        </p:nvSpPr>
        <p:spPr>
          <a:xfrm>
            <a:off x="342902" y="1631156"/>
            <a:ext cx="3030141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342892" lvl="0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350"/>
            </a:lvl1pPr>
            <a:lvl2pPr marL="685783" lvl="1" indent="-242882" algn="l">
              <a:spcBef>
                <a:spcPts val="225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125"/>
            </a:lvl2pPr>
            <a:lvl3pPr marL="1028675" lvl="2" indent="-235738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013"/>
            </a:lvl3pPr>
            <a:lvl4pPr marL="1371566" lvl="3" indent="-228594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900"/>
            </a:lvl4pPr>
            <a:lvl5pPr marL="1714457" lvl="4" indent="-228594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900"/>
            </a:lvl5pPr>
            <a:lvl6pPr marL="2057348" lvl="5" indent="-228594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900"/>
            </a:lvl6pPr>
            <a:lvl7pPr marL="2400240" lvl="6" indent="-228594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900"/>
            </a:lvl7pPr>
            <a:lvl8pPr marL="2743132" lvl="7" indent="-228594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900"/>
            </a:lvl8pPr>
            <a:lvl9pPr marL="3086023" lvl="8" indent="-228594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900"/>
            </a:lvl9pPr>
          </a:lstStyle>
          <a:p>
            <a:endParaRPr/>
          </a:p>
        </p:txBody>
      </p:sp>
      <p:sp>
        <p:nvSpPr>
          <p:cNvPr id="162" name="Google Shape;162;p36"/>
          <p:cNvSpPr txBox="1">
            <a:spLocks noGrp="1"/>
          </p:cNvSpPr>
          <p:nvPr>
            <p:ph type="body" idx="3"/>
          </p:nvPr>
        </p:nvSpPr>
        <p:spPr>
          <a:xfrm>
            <a:off x="3483772" y="1151335"/>
            <a:ext cx="3031331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342892" lvl="0" indent="-171446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350" b="1"/>
            </a:lvl1pPr>
            <a:lvl2pPr marL="685783" lvl="1" indent="-171446" algn="l">
              <a:spcBef>
                <a:spcPts val="22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125" b="1"/>
            </a:lvl2pPr>
            <a:lvl3pPr marL="1028675" lvl="2" indent="-171446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013" b="1"/>
            </a:lvl3pPr>
            <a:lvl4pPr marL="1371566" lvl="3" indent="-171446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900" b="1"/>
            </a:lvl4pPr>
            <a:lvl5pPr marL="1714457" lvl="4" indent="-171446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900" b="1"/>
            </a:lvl5pPr>
            <a:lvl6pPr marL="2057348" lvl="5" indent="-171446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900" b="1"/>
            </a:lvl6pPr>
            <a:lvl7pPr marL="2400240" lvl="6" indent="-171446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900" b="1"/>
            </a:lvl7pPr>
            <a:lvl8pPr marL="2743132" lvl="7" indent="-171446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900" b="1"/>
            </a:lvl8pPr>
            <a:lvl9pPr marL="3086023" lvl="8" indent="-171446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900" b="1"/>
            </a:lvl9pPr>
          </a:lstStyle>
          <a:p>
            <a:endParaRPr/>
          </a:p>
        </p:txBody>
      </p:sp>
      <p:sp>
        <p:nvSpPr>
          <p:cNvPr id="163" name="Google Shape;163;p36"/>
          <p:cNvSpPr txBox="1">
            <a:spLocks noGrp="1"/>
          </p:cNvSpPr>
          <p:nvPr>
            <p:ph type="body" idx="4"/>
          </p:nvPr>
        </p:nvSpPr>
        <p:spPr>
          <a:xfrm>
            <a:off x="3483772" y="1631156"/>
            <a:ext cx="3031331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342892" lvl="0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350"/>
            </a:lvl1pPr>
            <a:lvl2pPr marL="685783" lvl="1" indent="-242882" algn="l">
              <a:spcBef>
                <a:spcPts val="225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125"/>
            </a:lvl2pPr>
            <a:lvl3pPr marL="1028675" lvl="2" indent="-235738" algn="l">
              <a:spcBef>
                <a:spcPts val="203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013"/>
            </a:lvl3pPr>
            <a:lvl4pPr marL="1371566" lvl="3" indent="-228594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900"/>
            </a:lvl4pPr>
            <a:lvl5pPr marL="1714457" lvl="4" indent="-228594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900"/>
            </a:lvl5pPr>
            <a:lvl6pPr marL="2057348" lvl="5" indent="-228594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900"/>
            </a:lvl6pPr>
            <a:lvl7pPr marL="2400240" lvl="6" indent="-228594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900"/>
            </a:lvl7pPr>
            <a:lvl8pPr marL="2743132" lvl="7" indent="-228594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900"/>
            </a:lvl8pPr>
            <a:lvl9pPr marL="3086023" lvl="8" indent="-228594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900"/>
            </a:lvl9pPr>
          </a:lstStyle>
          <a:p>
            <a:endParaRPr/>
          </a:p>
        </p:txBody>
      </p:sp>
      <p:sp>
        <p:nvSpPr>
          <p:cNvPr id="164" name="Google Shape;164;p36"/>
          <p:cNvSpPr txBox="1">
            <a:spLocks noGrp="1"/>
          </p:cNvSpPr>
          <p:nvPr>
            <p:ph type="dt" idx="10"/>
          </p:nvPr>
        </p:nvSpPr>
        <p:spPr>
          <a:xfrm>
            <a:off x="342900" y="4767264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36"/>
          <p:cNvSpPr txBox="1">
            <a:spLocks noGrp="1"/>
          </p:cNvSpPr>
          <p:nvPr>
            <p:ph type="ftr" idx="11"/>
          </p:nvPr>
        </p:nvSpPr>
        <p:spPr>
          <a:xfrm>
            <a:off x="2343150" y="4767264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36"/>
          <p:cNvSpPr txBox="1">
            <a:spLocks noGrp="1"/>
          </p:cNvSpPr>
          <p:nvPr>
            <p:ph type="sldNum" idx="12"/>
          </p:nvPr>
        </p:nvSpPr>
        <p:spPr>
          <a:xfrm>
            <a:off x="4914900" y="4767264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7"/>
          <p:cNvSpPr txBox="1">
            <a:spLocks noGrp="1"/>
          </p:cNvSpPr>
          <p:nvPr>
            <p:ph type="title"/>
          </p:nvPr>
        </p:nvSpPr>
        <p:spPr>
          <a:xfrm>
            <a:off x="342900" y="57150"/>
            <a:ext cx="61722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37"/>
          <p:cNvSpPr txBox="1">
            <a:spLocks noGrp="1"/>
          </p:cNvSpPr>
          <p:nvPr>
            <p:ph type="dt" idx="10"/>
          </p:nvPr>
        </p:nvSpPr>
        <p:spPr>
          <a:xfrm>
            <a:off x="342900" y="4767264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0" name="Google Shape;170;p37"/>
          <p:cNvSpPr txBox="1">
            <a:spLocks noGrp="1"/>
          </p:cNvSpPr>
          <p:nvPr>
            <p:ph type="ftr" idx="11"/>
          </p:nvPr>
        </p:nvSpPr>
        <p:spPr>
          <a:xfrm>
            <a:off x="2343150" y="4767264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37"/>
          <p:cNvSpPr txBox="1">
            <a:spLocks noGrp="1"/>
          </p:cNvSpPr>
          <p:nvPr>
            <p:ph type="sldNum" idx="12"/>
          </p:nvPr>
        </p:nvSpPr>
        <p:spPr>
          <a:xfrm>
            <a:off x="4914900" y="4767264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8"/>
          <p:cNvSpPr txBox="1">
            <a:spLocks noGrp="1"/>
          </p:cNvSpPr>
          <p:nvPr>
            <p:ph type="dt" idx="10"/>
          </p:nvPr>
        </p:nvSpPr>
        <p:spPr>
          <a:xfrm>
            <a:off x="342900" y="4767264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38"/>
          <p:cNvSpPr txBox="1">
            <a:spLocks noGrp="1"/>
          </p:cNvSpPr>
          <p:nvPr>
            <p:ph type="ftr" idx="11"/>
          </p:nvPr>
        </p:nvSpPr>
        <p:spPr>
          <a:xfrm>
            <a:off x="2343150" y="4767264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5" name="Google Shape;175;p38"/>
          <p:cNvSpPr txBox="1">
            <a:spLocks noGrp="1"/>
          </p:cNvSpPr>
          <p:nvPr>
            <p:ph type="sldNum" idx="12"/>
          </p:nvPr>
        </p:nvSpPr>
        <p:spPr>
          <a:xfrm>
            <a:off x="4914900" y="4767264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9"/>
          <p:cNvSpPr txBox="1">
            <a:spLocks noGrp="1"/>
          </p:cNvSpPr>
          <p:nvPr>
            <p:ph type="title"/>
          </p:nvPr>
        </p:nvSpPr>
        <p:spPr>
          <a:xfrm>
            <a:off x="342903" y="204788"/>
            <a:ext cx="2256235" cy="871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25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39"/>
          <p:cNvSpPr txBox="1">
            <a:spLocks noGrp="1"/>
          </p:cNvSpPr>
          <p:nvPr>
            <p:ph type="body" idx="1"/>
          </p:nvPr>
        </p:nvSpPr>
        <p:spPr>
          <a:xfrm>
            <a:off x="2681289" y="204794"/>
            <a:ext cx="3833813" cy="4389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342892" lvl="0" indent="-285743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1800"/>
            </a:lvl1pPr>
            <a:lvl2pPr marL="685783" lvl="1" indent="-271457" algn="l">
              <a:spcBef>
                <a:spcPts val="315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1575"/>
            </a:lvl2pPr>
            <a:lvl3pPr marL="1028675" lvl="2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350"/>
            </a:lvl3pPr>
            <a:lvl4pPr marL="1371566" lvl="3" indent="-242882" algn="l">
              <a:spcBef>
                <a:spcPts val="225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125"/>
            </a:lvl4pPr>
            <a:lvl5pPr marL="1714457" lvl="4" indent="-242882" algn="l">
              <a:spcBef>
                <a:spcPts val="225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125"/>
            </a:lvl5pPr>
            <a:lvl6pPr marL="2057348" lvl="5" indent="-242882" algn="l">
              <a:spcBef>
                <a:spcPts val="22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125"/>
            </a:lvl6pPr>
            <a:lvl7pPr marL="2400240" lvl="6" indent="-242882" algn="l">
              <a:spcBef>
                <a:spcPts val="22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125"/>
            </a:lvl7pPr>
            <a:lvl8pPr marL="2743132" lvl="7" indent="-242882" algn="l">
              <a:spcBef>
                <a:spcPts val="22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125"/>
            </a:lvl8pPr>
            <a:lvl9pPr marL="3086023" lvl="8" indent="-242882" algn="l">
              <a:spcBef>
                <a:spcPts val="22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125"/>
            </a:lvl9pPr>
          </a:lstStyle>
          <a:p>
            <a:endParaRPr/>
          </a:p>
        </p:txBody>
      </p:sp>
      <p:sp>
        <p:nvSpPr>
          <p:cNvPr id="179" name="Google Shape;179;p39"/>
          <p:cNvSpPr txBox="1">
            <a:spLocks noGrp="1"/>
          </p:cNvSpPr>
          <p:nvPr>
            <p:ph type="body" idx="2"/>
          </p:nvPr>
        </p:nvSpPr>
        <p:spPr>
          <a:xfrm>
            <a:off x="342903" y="1076328"/>
            <a:ext cx="2256235" cy="3518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342892" lvl="0" indent="-171446" algn="l">
              <a:spcBef>
                <a:spcPts val="158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788"/>
            </a:lvl1pPr>
            <a:lvl2pPr marL="685783" lvl="1" indent="-171446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675"/>
            </a:lvl2pPr>
            <a:lvl3pPr marL="1028675" lvl="2" indent="-171446" algn="l">
              <a:spcBef>
                <a:spcPts val="113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563"/>
            </a:lvl3pPr>
            <a:lvl4pPr marL="1371566" lvl="3" indent="-171446" algn="l">
              <a:spcBef>
                <a:spcPts val="101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506"/>
            </a:lvl4pPr>
            <a:lvl5pPr marL="1714457" lvl="4" indent="-171446" algn="l">
              <a:spcBef>
                <a:spcPts val="101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506"/>
            </a:lvl5pPr>
            <a:lvl6pPr marL="2057348" lvl="5" indent="-171446" algn="l">
              <a:spcBef>
                <a:spcPts val="101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506"/>
            </a:lvl6pPr>
            <a:lvl7pPr marL="2400240" lvl="6" indent="-171446" algn="l">
              <a:spcBef>
                <a:spcPts val="101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506"/>
            </a:lvl7pPr>
            <a:lvl8pPr marL="2743132" lvl="7" indent="-171446" algn="l">
              <a:spcBef>
                <a:spcPts val="101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506"/>
            </a:lvl8pPr>
            <a:lvl9pPr marL="3086023" lvl="8" indent="-171446" algn="l">
              <a:spcBef>
                <a:spcPts val="101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506"/>
            </a:lvl9pPr>
          </a:lstStyle>
          <a:p>
            <a:endParaRPr/>
          </a:p>
        </p:txBody>
      </p:sp>
      <p:sp>
        <p:nvSpPr>
          <p:cNvPr id="180" name="Google Shape;180;p39"/>
          <p:cNvSpPr txBox="1">
            <a:spLocks noGrp="1"/>
          </p:cNvSpPr>
          <p:nvPr>
            <p:ph type="dt" idx="10"/>
          </p:nvPr>
        </p:nvSpPr>
        <p:spPr>
          <a:xfrm>
            <a:off x="342900" y="4767264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1" name="Google Shape;181;p39"/>
          <p:cNvSpPr txBox="1">
            <a:spLocks noGrp="1"/>
          </p:cNvSpPr>
          <p:nvPr>
            <p:ph type="ftr" idx="11"/>
          </p:nvPr>
        </p:nvSpPr>
        <p:spPr>
          <a:xfrm>
            <a:off x="2343150" y="4767264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2" name="Google Shape;182;p39"/>
          <p:cNvSpPr txBox="1">
            <a:spLocks noGrp="1"/>
          </p:cNvSpPr>
          <p:nvPr>
            <p:ph type="sldNum" idx="12"/>
          </p:nvPr>
        </p:nvSpPr>
        <p:spPr>
          <a:xfrm>
            <a:off x="4914900" y="4767264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40"/>
          <p:cNvSpPr txBox="1">
            <a:spLocks noGrp="1"/>
          </p:cNvSpPr>
          <p:nvPr>
            <p:ph type="title"/>
          </p:nvPr>
        </p:nvSpPr>
        <p:spPr>
          <a:xfrm>
            <a:off x="1344216" y="3600450"/>
            <a:ext cx="4114800" cy="42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25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5" name="Google Shape;185;p40"/>
          <p:cNvSpPr>
            <a:spLocks noGrp="1"/>
          </p:cNvSpPr>
          <p:nvPr>
            <p:ph type="pic" idx="2"/>
          </p:nvPr>
        </p:nvSpPr>
        <p:spPr>
          <a:xfrm>
            <a:off x="1344216" y="459581"/>
            <a:ext cx="41148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86" name="Google Shape;186;p40"/>
          <p:cNvSpPr txBox="1">
            <a:spLocks noGrp="1"/>
          </p:cNvSpPr>
          <p:nvPr>
            <p:ph type="body" idx="1"/>
          </p:nvPr>
        </p:nvSpPr>
        <p:spPr>
          <a:xfrm>
            <a:off x="1344216" y="4025508"/>
            <a:ext cx="4114800" cy="603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342892" lvl="0" indent="-171446" algn="l">
              <a:spcBef>
                <a:spcPts val="158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788"/>
            </a:lvl1pPr>
            <a:lvl2pPr marL="685783" lvl="1" indent="-171446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675"/>
            </a:lvl2pPr>
            <a:lvl3pPr marL="1028675" lvl="2" indent="-171446" algn="l">
              <a:spcBef>
                <a:spcPts val="113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563"/>
            </a:lvl3pPr>
            <a:lvl4pPr marL="1371566" lvl="3" indent="-171446" algn="l">
              <a:spcBef>
                <a:spcPts val="101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506"/>
            </a:lvl4pPr>
            <a:lvl5pPr marL="1714457" lvl="4" indent="-171446" algn="l">
              <a:spcBef>
                <a:spcPts val="101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506"/>
            </a:lvl5pPr>
            <a:lvl6pPr marL="2057348" lvl="5" indent="-171446" algn="l">
              <a:spcBef>
                <a:spcPts val="101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506"/>
            </a:lvl6pPr>
            <a:lvl7pPr marL="2400240" lvl="6" indent="-171446" algn="l">
              <a:spcBef>
                <a:spcPts val="101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506"/>
            </a:lvl7pPr>
            <a:lvl8pPr marL="2743132" lvl="7" indent="-171446" algn="l">
              <a:spcBef>
                <a:spcPts val="101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506"/>
            </a:lvl8pPr>
            <a:lvl9pPr marL="3086023" lvl="8" indent="-171446" algn="l">
              <a:spcBef>
                <a:spcPts val="101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506"/>
            </a:lvl9pPr>
          </a:lstStyle>
          <a:p>
            <a:endParaRPr/>
          </a:p>
        </p:txBody>
      </p:sp>
      <p:sp>
        <p:nvSpPr>
          <p:cNvPr id="187" name="Google Shape;187;p40"/>
          <p:cNvSpPr txBox="1">
            <a:spLocks noGrp="1"/>
          </p:cNvSpPr>
          <p:nvPr>
            <p:ph type="dt" idx="10"/>
          </p:nvPr>
        </p:nvSpPr>
        <p:spPr>
          <a:xfrm>
            <a:off x="342900" y="4767264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8" name="Google Shape;188;p40"/>
          <p:cNvSpPr txBox="1">
            <a:spLocks noGrp="1"/>
          </p:cNvSpPr>
          <p:nvPr>
            <p:ph type="ftr" idx="11"/>
          </p:nvPr>
        </p:nvSpPr>
        <p:spPr>
          <a:xfrm>
            <a:off x="2343150" y="4767264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9" name="Google Shape;189;p40"/>
          <p:cNvSpPr txBox="1">
            <a:spLocks noGrp="1"/>
          </p:cNvSpPr>
          <p:nvPr>
            <p:ph type="sldNum" idx="12"/>
          </p:nvPr>
        </p:nvSpPr>
        <p:spPr>
          <a:xfrm>
            <a:off x="4914900" y="4767264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41"/>
          <p:cNvSpPr txBox="1">
            <a:spLocks noGrp="1"/>
          </p:cNvSpPr>
          <p:nvPr>
            <p:ph type="title"/>
          </p:nvPr>
        </p:nvSpPr>
        <p:spPr>
          <a:xfrm>
            <a:off x="342900" y="57150"/>
            <a:ext cx="61722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41"/>
          <p:cNvSpPr txBox="1">
            <a:spLocks noGrp="1"/>
          </p:cNvSpPr>
          <p:nvPr>
            <p:ph type="body" idx="1"/>
          </p:nvPr>
        </p:nvSpPr>
        <p:spPr>
          <a:xfrm rot="5400000">
            <a:off x="1588889" y="-445887"/>
            <a:ext cx="3680222" cy="6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342892" lvl="0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85783" lvl="1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028675" lvl="2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371566" lvl="3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1714457" lvl="4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057348" lvl="5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400240" lvl="6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743132" lvl="7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086023" lvl="8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3" name="Google Shape;193;p41"/>
          <p:cNvSpPr txBox="1">
            <a:spLocks noGrp="1"/>
          </p:cNvSpPr>
          <p:nvPr>
            <p:ph type="dt" idx="10"/>
          </p:nvPr>
        </p:nvSpPr>
        <p:spPr>
          <a:xfrm>
            <a:off x="342900" y="4767264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4" name="Google Shape;194;p41"/>
          <p:cNvSpPr txBox="1">
            <a:spLocks noGrp="1"/>
          </p:cNvSpPr>
          <p:nvPr>
            <p:ph type="ftr" idx="11"/>
          </p:nvPr>
        </p:nvSpPr>
        <p:spPr>
          <a:xfrm>
            <a:off x="2343150" y="4767264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5" name="Google Shape;195;p41"/>
          <p:cNvSpPr txBox="1">
            <a:spLocks noGrp="1"/>
          </p:cNvSpPr>
          <p:nvPr>
            <p:ph type="sldNum" idx="12"/>
          </p:nvPr>
        </p:nvSpPr>
        <p:spPr>
          <a:xfrm>
            <a:off x="4914900" y="4767264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42"/>
          <p:cNvSpPr txBox="1">
            <a:spLocks noGrp="1"/>
          </p:cNvSpPr>
          <p:nvPr>
            <p:ph type="title"/>
          </p:nvPr>
        </p:nvSpPr>
        <p:spPr>
          <a:xfrm rot="5400000">
            <a:off x="3549253" y="1628776"/>
            <a:ext cx="4388644" cy="1543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8" name="Google Shape;198;p42"/>
          <p:cNvSpPr txBox="1">
            <a:spLocks noGrp="1"/>
          </p:cNvSpPr>
          <p:nvPr>
            <p:ph type="body" idx="1"/>
          </p:nvPr>
        </p:nvSpPr>
        <p:spPr>
          <a:xfrm rot="5400000">
            <a:off x="406003" y="142876"/>
            <a:ext cx="4388644" cy="4514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342892" lvl="0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85783" lvl="1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028675" lvl="2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371566" lvl="3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1714457" lvl="4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057348" lvl="5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400240" lvl="6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743132" lvl="7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086023" lvl="8" indent="-257168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9" name="Google Shape;199;p42"/>
          <p:cNvSpPr txBox="1">
            <a:spLocks noGrp="1"/>
          </p:cNvSpPr>
          <p:nvPr>
            <p:ph type="dt" idx="10"/>
          </p:nvPr>
        </p:nvSpPr>
        <p:spPr>
          <a:xfrm>
            <a:off x="342900" y="4767264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42"/>
          <p:cNvSpPr txBox="1">
            <a:spLocks noGrp="1"/>
          </p:cNvSpPr>
          <p:nvPr>
            <p:ph type="ftr" idx="11"/>
          </p:nvPr>
        </p:nvSpPr>
        <p:spPr>
          <a:xfrm>
            <a:off x="2343150" y="4767264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42"/>
          <p:cNvSpPr txBox="1">
            <a:spLocks noGrp="1"/>
          </p:cNvSpPr>
          <p:nvPr>
            <p:ph type="sldNum" idx="12"/>
          </p:nvPr>
        </p:nvSpPr>
        <p:spPr>
          <a:xfrm>
            <a:off x="4914900" y="4767264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19" Type="http://schemas.openxmlformats.org/officeDocument/2006/relationships/image" Target="../media/image1.jpg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5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30.xml"/><Relationship Id="rId1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9.xml"/><Relationship Id="rId5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233775" y="445025"/>
            <a:ext cx="639045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233775" y="1152475"/>
            <a:ext cx="639045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6354344" y="4663217"/>
            <a:ext cx="411525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750">
                <a:solidFill>
                  <a:schemeClr val="dk2"/>
                </a:solidFill>
              </a:defRPr>
            </a:lvl1pPr>
            <a:lvl2pPr lvl="1" algn="r">
              <a:buNone/>
              <a:defRPr sz="750">
                <a:solidFill>
                  <a:schemeClr val="dk2"/>
                </a:solidFill>
              </a:defRPr>
            </a:lvl2pPr>
            <a:lvl3pPr lvl="2" algn="r">
              <a:buNone/>
              <a:defRPr sz="750">
                <a:solidFill>
                  <a:schemeClr val="dk2"/>
                </a:solidFill>
              </a:defRPr>
            </a:lvl3pPr>
            <a:lvl4pPr lvl="3" algn="r">
              <a:buNone/>
              <a:defRPr sz="750">
                <a:solidFill>
                  <a:schemeClr val="dk2"/>
                </a:solidFill>
              </a:defRPr>
            </a:lvl4pPr>
            <a:lvl5pPr lvl="4" algn="r">
              <a:buNone/>
              <a:defRPr sz="750">
                <a:solidFill>
                  <a:schemeClr val="dk2"/>
                </a:solidFill>
              </a:defRPr>
            </a:lvl5pPr>
            <a:lvl6pPr lvl="5" algn="r">
              <a:buNone/>
              <a:defRPr sz="750">
                <a:solidFill>
                  <a:schemeClr val="dk2"/>
                </a:solidFill>
              </a:defRPr>
            </a:lvl6pPr>
            <a:lvl7pPr lvl="6" algn="r">
              <a:buNone/>
              <a:defRPr sz="750">
                <a:solidFill>
                  <a:schemeClr val="dk2"/>
                </a:solidFill>
              </a:defRPr>
            </a:lvl7pPr>
            <a:lvl8pPr lvl="7" algn="r">
              <a:buNone/>
              <a:defRPr sz="750">
                <a:solidFill>
                  <a:schemeClr val="dk2"/>
                </a:solidFill>
              </a:defRPr>
            </a:lvl8pPr>
            <a:lvl9pPr lvl="8" algn="r">
              <a:buNone/>
              <a:defRPr sz="750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9">
            <a:alphaModFix/>
          </a:blip>
          <a:stretch>
            <a:fillRect/>
          </a:stretch>
        </a:blip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1125142" y="82157"/>
            <a:ext cx="412908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514350" y="1143000"/>
            <a:ext cx="5829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42900" algn="l" rtl="0">
              <a:spcBef>
                <a:spcPts val="360"/>
              </a:spcBef>
              <a:spcAft>
                <a:spcPts val="0"/>
              </a:spcAft>
              <a:buClr>
                <a:srgbClr val="00009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009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048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–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5275" algn="l" rtl="0">
              <a:spcBef>
                <a:spcPts val="21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»"/>
              <a:defRPr sz="10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5275" algn="l" rtl="0">
              <a:spcBef>
                <a:spcPts val="21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»"/>
              <a:defRPr sz="10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5275" algn="l" rtl="0">
              <a:spcBef>
                <a:spcPts val="21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»"/>
              <a:defRPr sz="10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5275" algn="l" rtl="0">
              <a:spcBef>
                <a:spcPts val="21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»"/>
              <a:defRPr sz="10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5275" algn="l" rtl="0">
              <a:spcBef>
                <a:spcPts val="21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»"/>
              <a:defRPr sz="10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6115050" y="4800600"/>
            <a:ext cx="628650" cy="213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marL="0" marR="0" lvl="0" indent="0" algn="r" rtl="0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1"/>
          <p:cNvSpPr txBox="1">
            <a:spLocks noGrp="1"/>
          </p:cNvSpPr>
          <p:nvPr>
            <p:ph type="title"/>
          </p:nvPr>
        </p:nvSpPr>
        <p:spPr>
          <a:xfrm>
            <a:off x="342900" y="57150"/>
            <a:ext cx="61722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8" name="Google Shape;128;p31"/>
          <p:cNvSpPr txBox="1">
            <a:spLocks noGrp="1"/>
          </p:cNvSpPr>
          <p:nvPr>
            <p:ph type="body" idx="1"/>
          </p:nvPr>
        </p:nvSpPr>
        <p:spPr>
          <a:xfrm>
            <a:off x="228600" y="914401"/>
            <a:ext cx="6400800" cy="36802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9" name="Google Shape;129;p31"/>
          <p:cNvSpPr txBox="1">
            <a:spLocks noGrp="1"/>
          </p:cNvSpPr>
          <p:nvPr>
            <p:ph type="dt" idx="10"/>
          </p:nvPr>
        </p:nvSpPr>
        <p:spPr>
          <a:xfrm>
            <a:off x="342900" y="4767264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0" name="Google Shape;130;p31"/>
          <p:cNvSpPr txBox="1">
            <a:spLocks noGrp="1"/>
          </p:cNvSpPr>
          <p:nvPr>
            <p:ph type="ftr" idx="11"/>
          </p:nvPr>
        </p:nvSpPr>
        <p:spPr>
          <a:xfrm>
            <a:off x="2343150" y="4767264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75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1" name="Google Shape;131;p31"/>
          <p:cNvSpPr txBox="1">
            <a:spLocks noGrp="1"/>
          </p:cNvSpPr>
          <p:nvPr>
            <p:ph type="sldNum" idx="12"/>
          </p:nvPr>
        </p:nvSpPr>
        <p:spPr>
          <a:xfrm>
            <a:off x="4914900" y="4767264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43"/>
          <p:cNvSpPr txBox="1">
            <a:spLocks noGrp="1"/>
          </p:cNvSpPr>
          <p:nvPr>
            <p:ph type="sldNum" idx="12"/>
          </p:nvPr>
        </p:nvSpPr>
        <p:spPr>
          <a:xfrm>
            <a:off x="6105095" y="4914656"/>
            <a:ext cx="628650" cy="190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fld id="{00000000-1234-1234-1234-123412341234}" type="slidenum"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pPr/>
              <a:t>1</a:t>
            </a:fld>
            <a:endParaRPr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43"/>
          <p:cNvSpPr txBox="1">
            <a:spLocks noGrp="1"/>
          </p:cNvSpPr>
          <p:nvPr>
            <p:ph type="title" idx="4294967295"/>
          </p:nvPr>
        </p:nvSpPr>
        <p:spPr>
          <a:xfrm>
            <a:off x="152400" y="1632774"/>
            <a:ext cx="6705600" cy="918683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>
              <a:lnSpc>
                <a:spcPct val="115000"/>
              </a:lnSpc>
              <a:buClr>
                <a:schemeClr val="dk1"/>
              </a:buClr>
              <a:buSzPts val="1100"/>
            </a:pPr>
            <a:r>
              <a:rPr lang="en-US" sz="2400" b="1" dirty="0">
                <a:solidFill>
                  <a:srgbClr val="C00000"/>
                </a:solidFill>
              </a:rPr>
              <a:t>EE454:  Introduction to</a:t>
            </a:r>
            <a:br>
              <a:rPr lang="en-US" sz="2400" b="1" dirty="0">
                <a:solidFill>
                  <a:srgbClr val="C00000"/>
                </a:solidFill>
              </a:rPr>
            </a:br>
            <a:r>
              <a:rPr lang="en-US" sz="2400" b="1" dirty="0">
                <a:solidFill>
                  <a:srgbClr val="C00000"/>
                </a:solidFill>
              </a:rPr>
              <a:t>Systems-on-chip</a:t>
            </a:r>
            <a:endParaRPr sz="2400" b="1" dirty="0">
              <a:solidFill>
                <a:srgbClr val="C00000"/>
              </a:solidFill>
            </a:endParaRPr>
          </a:p>
        </p:txBody>
      </p:sp>
      <p:sp>
        <p:nvSpPr>
          <p:cNvPr id="210" name="Google Shape;210;p43"/>
          <p:cNvSpPr/>
          <p:nvPr/>
        </p:nvSpPr>
        <p:spPr>
          <a:xfrm>
            <a:off x="905407" y="3109716"/>
            <a:ext cx="5331089" cy="2856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noAutofit/>
          </a:bodyPr>
          <a:lstStyle/>
          <a:p>
            <a:pPr algn="ctr"/>
            <a:endParaRPr sz="1050"/>
          </a:p>
        </p:txBody>
      </p:sp>
      <p:sp>
        <p:nvSpPr>
          <p:cNvPr id="214" name="Google Shape;214;p43"/>
          <p:cNvSpPr txBox="1"/>
          <p:nvPr/>
        </p:nvSpPr>
        <p:spPr>
          <a:xfrm>
            <a:off x="514780" y="2786071"/>
            <a:ext cx="5828440" cy="121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68569" rIns="68569" bIns="68569" anchor="t" anchorCtr="0">
            <a:noAutofit/>
          </a:bodyPr>
          <a:lstStyle/>
          <a:p>
            <a:pPr algn="ctr">
              <a:lnSpc>
                <a:spcPct val="115000"/>
              </a:lnSpc>
            </a:pPr>
            <a:r>
              <a:rPr lang="en-US" sz="1800" dirty="0">
                <a:solidFill>
                  <a:srgbClr val="A50021"/>
                </a:solidFill>
              </a:rPr>
              <a:t>P</a:t>
            </a:r>
            <a:r>
              <a:rPr lang="en-US" altLang="zh-CN" sz="1800" dirty="0">
                <a:solidFill>
                  <a:srgbClr val="A50021"/>
                </a:solidFill>
              </a:rPr>
              <a:t>hase</a:t>
            </a:r>
            <a:r>
              <a:rPr lang="en-US" sz="1800" dirty="0">
                <a:solidFill>
                  <a:srgbClr val="A50021"/>
                </a:solidFill>
              </a:rPr>
              <a:t> 3</a:t>
            </a:r>
          </a:p>
          <a:p>
            <a:pPr algn="ctr">
              <a:lnSpc>
                <a:spcPct val="115000"/>
              </a:lnSpc>
            </a:pPr>
            <a:endParaRPr lang="en-US" sz="1800" dirty="0">
              <a:solidFill>
                <a:srgbClr val="A50021"/>
              </a:solidFill>
            </a:endParaRPr>
          </a:p>
          <a:p>
            <a:pPr algn="ctr">
              <a:lnSpc>
                <a:spcPct val="115000"/>
              </a:lnSpc>
            </a:pPr>
            <a:r>
              <a:rPr lang="en-US" sz="1800" dirty="0">
                <a:solidFill>
                  <a:schemeClr val="tx1"/>
                </a:solidFill>
              </a:rPr>
              <a:t>TAs: </a:t>
            </a:r>
            <a:r>
              <a:rPr lang="en-US" sz="1800" dirty="0" err="1">
                <a:solidFill>
                  <a:schemeClr val="tx1"/>
                </a:solidFill>
              </a:rPr>
              <a:t>Shukai</a:t>
            </a:r>
            <a:r>
              <a:rPr lang="en-US" sz="1800" dirty="0">
                <a:solidFill>
                  <a:schemeClr val="tx1"/>
                </a:solidFill>
              </a:rPr>
              <a:t> Duan</a:t>
            </a:r>
            <a:endParaRPr sz="18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7F52BA-9EB2-7075-C48C-E9B060758362}"/>
              </a:ext>
            </a:extLst>
          </p:cNvPr>
          <p:cNvSpPr txBox="1"/>
          <p:nvPr/>
        </p:nvSpPr>
        <p:spPr>
          <a:xfrm>
            <a:off x="4351020" y="4702082"/>
            <a:ext cx="2438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Presented by </a:t>
            </a:r>
            <a:r>
              <a:rPr lang="en-US" dirty="0" err="1">
                <a:solidFill>
                  <a:srgbClr val="C00000"/>
                </a:solidFill>
              </a:rPr>
              <a:t>Shukai</a:t>
            </a:r>
            <a:r>
              <a:rPr lang="en-US" dirty="0">
                <a:solidFill>
                  <a:srgbClr val="C00000"/>
                </a:solidFill>
              </a:rPr>
              <a:t> Duan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3549F-E7D2-5964-4B77-A2BF39CF8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229EB-D105-8628-692C-7E47CDF0B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318" y="190328"/>
            <a:ext cx="4933653" cy="385763"/>
          </a:xfrm>
        </p:spPr>
        <p:txBody>
          <a:bodyPr/>
          <a:lstStyle/>
          <a:p>
            <a:r>
              <a:rPr lang="en-US" dirty="0">
                <a:highlight>
                  <a:srgbClr val="FFFFFF"/>
                </a:highlight>
                <a:latin typeface="Arial" panose="020B0604020202020204" pitchFamily="34" charset="0"/>
              </a:rPr>
              <a:t>Phase 3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7B7DC5-AAE0-6BFE-F291-7E2F1119A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ACAB69-1B2F-42C9-A36B-19E28B50061C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  <p:sp>
        <p:nvSpPr>
          <p:cNvPr id="7" name="Google Shape;209;p43">
            <a:extLst>
              <a:ext uri="{FF2B5EF4-FFF2-40B4-BE49-F238E27FC236}">
                <a16:creationId xmlns:a16="http://schemas.microsoft.com/office/drawing/2014/main" id="{E6CBE4AE-08BC-593A-1971-AD02E3C13EE0}"/>
              </a:ext>
            </a:extLst>
          </p:cNvPr>
          <p:cNvSpPr txBox="1">
            <a:spLocks/>
          </p:cNvSpPr>
          <p:nvPr/>
        </p:nvSpPr>
        <p:spPr>
          <a:xfrm>
            <a:off x="1369694" y="2253986"/>
            <a:ext cx="4152900" cy="63552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69" tIns="34275" rIns="68569" bIns="3427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lnSpc>
                <a:spcPct val="115000"/>
              </a:lnSpc>
              <a:buClr>
                <a:schemeClr val="dk1"/>
              </a:buClr>
              <a:buSzPts val="1100"/>
            </a:pPr>
            <a:r>
              <a:rPr lang="en-US" sz="3200" b="1" dirty="0" err="1">
                <a:solidFill>
                  <a:srgbClr val="C00000"/>
                </a:solidFill>
              </a:rPr>
              <a:t>C</a:t>
            </a:r>
            <a:r>
              <a:rPr lang="en-US" altLang="zh-CN" sz="3200" b="1" dirty="0" err="1">
                <a:solidFill>
                  <a:srgbClr val="C00000"/>
                </a:solidFill>
              </a:rPr>
              <a:t>uda</a:t>
            </a:r>
            <a:r>
              <a:rPr lang="en-US" altLang="zh-CN" sz="3200" b="1" dirty="0">
                <a:solidFill>
                  <a:srgbClr val="C00000"/>
                </a:solidFill>
              </a:rPr>
              <a:t> Programming</a:t>
            </a:r>
            <a:endParaRPr lang="en-US" sz="32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1978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3549F-E7D2-5964-4B77-A2BF39CF8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229EB-D105-8628-692C-7E47CDF0B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318" y="190328"/>
            <a:ext cx="4933653" cy="385763"/>
          </a:xfrm>
        </p:spPr>
        <p:txBody>
          <a:bodyPr/>
          <a:lstStyle/>
          <a:p>
            <a:pPr defTabSz="685783">
              <a:spcBef>
                <a:spcPts val="270"/>
              </a:spcBef>
              <a:buSzPts val="1386"/>
              <a:defRPr/>
            </a:pPr>
            <a:r>
              <a:rPr lang="en-US" sz="2800" dirty="0" err="1"/>
              <a:t>Cuda</a:t>
            </a:r>
            <a:r>
              <a:rPr lang="en-US" sz="2800" dirty="0"/>
              <a:t> Programming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7B7DC5-AAE0-6BFE-F291-7E2F1119A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ACAB69-1B2F-42C9-A36B-19E28B50061C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524CB2B-B170-1E8B-5434-51506FE5AFF5}"/>
              </a:ext>
            </a:extLst>
          </p:cNvPr>
          <p:cNvSpPr txBox="1">
            <a:spLocks/>
          </p:cNvSpPr>
          <p:nvPr/>
        </p:nvSpPr>
        <p:spPr>
          <a:xfrm>
            <a:off x="281463" y="973801"/>
            <a:ext cx="6256497" cy="38176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342892" marR="0" lvl="0" indent="-256454" algn="l" rtl="0">
              <a:lnSpc>
                <a:spcPct val="100000"/>
              </a:lnSpc>
              <a:spcBef>
                <a:spcPts val="315"/>
              </a:spcBef>
              <a:spcAft>
                <a:spcPts val="0"/>
              </a:spcAft>
              <a:buClr>
                <a:srgbClr val="A50021"/>
              </a:buClr>
              <a:buSzPts val="1785"/>
              <a:buFont typeface="Noto Sans Symbols"/>
              <a:buChar char="❑"/>
              <a:defRPr sz="157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685783" marR="0" lvl="1" indent="-237452" algn="l" rtl="0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A50021"/>
              </a:buClr>
              <a:buSzPts val="1386"/>
              <a:buFont typeface="Noto Sans Symbols"/>
              <a:buChar char="❑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028675" marR="0" lvl="2" indent="-217879" algn="l" rtl="0">
              <a:lnSpc>
                <a:spcPct val="100000"/>
              </a:lnSpc>
              <a:spcBef>
                <a:spcPts val="225"/>
              </a:spcBef>
              <a:spcAft>
                <a:spcPts val="0"/>
              </a:spcAft>
              <a:buClr>
                <a:srgbClr val="A50021"/>
              </a:buClr>
              <a:buSzPts val="975"/>
              <a:buFont typeface="Noto Sans Symbols"/>
              <a:buChar char="❑"/>
              <a:defRPr sz="112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566" marR="0" lvl="3" indent="-235738" algn="l" rtl="0">
              <a:lnSpc>
                <a:spcPct val="100000"/>
              </a:lnSpc>
              <a:spcBef>
                <a:spcPts val="203"/>
              </a:spcBef>
              <a:spcAft>
                <a:spcPts val="0"/>
              </a:spcAft>
              <a:buClr>
                <a:srgbClr val="A50021"/>
              </a:buClr>
              <a:buSzPts val="1350"/>
              <a:buFont typeface="Noto Sans Symbols"/>
              <a:buChar char="▪"/>
              <a:defRPr sz="101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714457" marR="0" lvl="4" indent="-228594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rgbClr val="A50021"/>
              </a:buClr>
              <a:buSzPts val="12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057348" marR="0" lvl="5" indent="-257168" algn="l" rtl="0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400240" marR="0" lvl="6" indent="-257168" algn="l" rtl="0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2743132" marR="0" lvl="7" indent="-257168" algn="l" rtl="0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086023" marR="0" lvl="8" indent="-257168" algn="l" rtl="0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spcBef>
                <a:spcPts val="0"/>
              </a:spcBef>
            </a:pPr>
            <a:r>
              <a:rPr lang="en-US" sz="1800" b="0" dirty="0">
                <a:solidFill>
                  <a:srgbClr val="000000"/>
                </a:solidFill>
                <a:latin typeface="Arial" panose="020B0604020202020204" pitchFamily="34" charset="0"/>
              </a:rPr>
              <a:t>CUDA is an extension to the C and C++ languages for scalable parallel programming of manycore GPUs and multicore CPUs</a:t>
            </a:r>
          </a:p>
          <a:p>
            <a:pPr>
              <a:spcBef>
                <a:spcPts val="0"/>
              </a:spcBef>
            </a:pPr>
            <a:r>
              <a:rPr lang="en-US" sz="1800" b="0" dirty="0">
                <a:solidFill>
                  <a:srgbClr val="000000"/>
                </a:solidFill>
                <a:latin typeface="Arial" panose="020B0604020202020204" pitchFamily="34" charset="0"/>
              </a:rPr>
              <a:t>With the more recent models the GPU excels in data parallel and throughput computing, executing high performance computing applications as well as graphics applications</a:t>
            </a:r>
          </a:p>
          <a:p>
            <a:pPr>
              <a:spcBef>
                <a:spcPts val="0"/>
              </a:spcBef>
            </a:pPr>
            <a:r>
              <a:rPr lang="en-US" sz="1800" b="0" dirty="0">
                <a:solidFill>
                  <a:srgbClr val="000000"/>
                </a:solidFill>
                <a:latin typeface="Arial" panose="020B0604020202020204" pitchFamily="34" charset="0"/>
              </a:rPr>
              <a:t>CUDA abstractions: a 1) thread groups, 2) shared memories, and 3) barrier synchronization</a:t>
            </a:r>
          </a:p>
          <a:p>
            <a:pPr>
              <a:spcBef>
                <a:spcPts val="0"/>
              </a:spcBef>
            </a:pPr>
            <a:r>
              <a:rPr lang="en-US" sz="1800" b="0" dirty="0">
                <a:solidFill>
                  <a:srgbClr val="000000"/>
                </a:solidFill>
                <a:latin typeface="Arial" panose="020B0604020202020204" pitchFamily="34" charset="0"/>
              </a:rPr>
              <a:t>CUDA abstractions are hierarchical and provide a clear parallel structure to conventional C code for one thread of the hierarchy</a:t>
            </a:r>
          </a:p>
        </p:txBody>
      </p:sp>
    </p:spTree>
    <p:extLst>
      <p:ext uri="{BB962C8B-B14F-4D97-AF65-F5344CB8AC3E}">
        <p14:creationId xmlns:p14="http://schemas.microsoft.com/office/powerpoint/2010/main" val="16685633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3549F-E7D2-5964-4B77-A2BF39CF8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229EB-D105-8628-692C-7E47CDF0B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318" y="190328"/>
            <a:ext cx="4933653" cy="385763"/>
          </a:xfrm>
        </p:spPr>
        <p:txBody>
          <a:bodyPr/>
          <a:lstStyle/>
          <a:p>
            <a:pPr defTabSz="685783">
              <a:spcBef>
                <a:spcPts val="270"/>
              </a:spcBef>
              <a:buSzPts val="1386"/>
              <a:defRPr/>
            </a:pPr>
            <a:r>
              <a:rPr lang="en-US" sz="2800" dirty="0"/>
              <a:t>Sample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7B7DC5-AAE0-6BFE-F291-7E2F1119A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ACAB69-1B2F-42C9-A36B-19E28B50061C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524CB2B-B170-1E8B-5434-51506FE5AFF5}"/>
              </a:ext>
            </a:extLst>
          </p:cNvPr>
          <p:cNvSpPr txBox="1">
            <a:spLocks/>
          </p:cNvSpPr>
          <p:nvPr/>
        </p:nvSpPr>
        <p:spPr>
          <a:xfrm>
            <a:off x="281463" y="973801"/>
            <a:ext cx="6256497" cy="38176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342892" marR="0" lvl="0" indent="-256454" algn="l" rtl="0">
              <a:lnSpc>
                <a:spcPct val="100000"/>
              </a:lnSpc>
              <a:spcBef>
                <a:spcPts val="315"/>
              </a:spcBef>
              <a:spcAft>
                <a:spcPts val="0"/>
              </a:spcAft>
              <a:buClr>
                <a:srgbClr val="A50021"/>
              </a:buClr>
              <a:buSzPts val="1785"/>
              <a:buFont typeface="Noto Sans Symbols"/>
              <a:buChar char="❑"/>
              <a:defRPr sz="157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685783" marR="0" lvl="1" indent="-237452" algn="l" rtl="0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A50021"/>
              </a:buClr>
              <a:buSzPts val="1386"/>
              <a:buFont typeface="Noto Sans Symbols"/>
              <a:buChar char="❑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028675" marR="0" lvl="2" indent="-217879" algn="l" rtl="0">
              <a:lnSpc>
                <a:spcPct val="100000"/>
              </a:lnSpc>
              <a:spcBef>
                <a:spcPts val="225"/>
              </a:spcBef>
              <a:spcAft>
                <a:spcPts val="0"/>
              </a:spcAft>
              <a:buClr>
                <a:srgbClr val="A50021"/>
              </a:buClr>
              <a:buSzPts val="975"/>
              <a:buFont typeface="Noto Sans Symbols"/>
              <a:buChar char="❑"/>
              <a:defRPr sz="112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566" marR="0" lvl="3" indent="-235738" algn="l" rtl="0">
              <a:lnSpc>
                <a:spcPct val="100000"/>
              </a:lnSpc>
              <a:spcBef>
                <a:spcPts val="203"/>
              </a:spcBef>
              <a:spcAft>
                <a:spcPts val="0"/>
              </a:spcAft>
              <a:buClr>
                <a:srgbClr val="A50021"/>
              </a:buClr>
              <a:buSzPts val="1350"/>
              <a:buFont typeface="Noto Sans Symbols"/>
              <a:buChar char="▪"/>
              <a:defRPr sz="101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714457" marR="0" lvl="4" indent="-228594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rgbClr val="A50021"/>
              </a:buClr>
              <a:buSzPts val="12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057348" marR="0" lvl="5" indent="-257168" algn="l" rtl="0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400240" marR="0" lvl="6" indent="-257168" algn="l" rtl="0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2743132" marR="0" lvl="7" indent="-257168" algn="l" rtl="0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086023" marR="0" lvl="8" indent="-257168" algn="l" rtl="0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spcBef>
                <a:spcPts val="0"/>
              </a:spcBef>
            </a:pPr>
            <a:r>
              <a:rPr lang="en-US" sz="1800" b="0" dirty="0">
                <a:solidFill>
                  <a:srgbClr val="000000"/>
                </a:solidFill>
                <a:latin typeface="Arial" panose="020B0604020202020204" pitchFamily="34" charset="0"/>
              </a:rPr>
              <a:t>A simple C++ program that adds the elements of two arrays with a million elements each:</a:t>
            </a:r>
          </a:p>
          <a:p>
            <a:pPr>
              <a:spcBef>
                <a:spcPts val="0"/>
              </a:spcBef>
            </a:pPr>
            <a:endParaRPr lang="en-US" sz="1800" b="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7556FD-CF17-9AB2-982D-92752EBDF4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734658"/>
            <a:ext cx="6355956" cy="313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510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3549F-E7D2-5964-4B77-A2BF39CF8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229EB-D105-8628-692C-7E47CDF0B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318" y="190328"/>
            <a:ext cx="4933653" cy="385763"/>
          </a:xfrm>
        </p:spPr>
        <p:txBody>
          <a:bodyPr/>
          <a:lstStyle/>
          <a:p>
            <a:pPr defTabSz="685783">
              <a:spcBef>
                <a:spcPts val="270"/>
              </a:spcBef>
              <a:buSzPts val="1386"/>
              <a:defRPr/>
            </a:pPr>
            <a:r>
              <a:rPr lang="en-US" sz="2800" dirty="0"/>
              <a:t>Example (contd.)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7B7DC5-AAE0-6BFE-F291-7E2F1119A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ACAB69-1B2F-42C9-A36B-19E28B50061C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524CB2B-B170-1E8B-5434-51506FE5AFF5}"/>
              </a:ext>
            </a:extLst>
          </p:cNvPr>
          <p:cNvSpPr txBox="1">
            <a:spLocks/>
          </p:cNvSpPr>
          <p:nvPr/>
        </p:nvSpPr>
        <p:spPr>
          <a:xfrm>
            <a:off x="281463" y="973801"/>
            <a:ext cx="6256497" cy="38176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342892" marR="0" lvl="0" indent="-256454" algn="l" rtl="0">
              <a:lnSpc>
                <a:spcPct val="100000"/>
              </a:lnSpc>
              <a:spcBef>
                <a:spcPts val="315"/>
              </a:spcBef>
              <a:spcAft>
                <a:spcPts val="0"/>
              </a:spcAft>
              <a:buClr>
                <a:srgbClr val="A50021"/>
              </a:buClr>
              <a:buSzPts val="1785"/>
              <a:buFont typeface="Noto Sans Symbols"/>
              <a:buChar char="❑"/>
              <a:defRPr sz="157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685783" marR="0" lvl="1" indent="-237452" algn="l" rtl="0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A50021"/>
              </a:buClr>
              <a:buSzPts val="1386"/>
              <a:buFont typeface="Noto Sans Symbols"/>
              <a:buChar char="❑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028675" marR="0" lvl="2" indent="-217879" algn="l" rtl="0">
              <a:lnSpc>
                <a:spcPct val="100000"/>
              </a:lnSpc>
              <a:spcBef>
                <a:spcPts val="225"/>
              </a:spcBef>
              <a:spcAft>
                <a:spcPts val="0"/>
              </a:spcAft>
              <a:buClr>
                <a:srgbClr val="A50021"/>
              </a:buClr>
              <a:buSzPts val="975"/>
              <a:buFont typeface="Noto Sans Symbols"/>
              <a:buChar char="❑"/>
              <a:defRPr sz="112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566" marR="0" lvl="3" indent="-235738" algn="l" rtl="0">
              <a:lnSpc>
                <a:spcPct val="100000"/>
              </a:lnSpc>
              <a:spcBef>
                <a:spcPts val="203"/>
              </a:spcBef>
              <a:spcAft>
                <a:spcPts val="0"/>
              </a:spcAft>
              <a:buClr>
                <a:srgbClr val="A50021"/>
              </a:buClr>
              <a:buSzPts val="1350"/>
              <a:buFont typeface="Noto Sans Symbols"/>
              <a:buChar char="▪"/>
              <a:defRPr sz="101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714457" marR="0" lvl="4" indent="-228594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rgbClr val="A50021"/>
              </a:buClr>
              <a:buSzPts val="12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057348" marR="0" lvl="5" indent="-257168" algn="l" rtl="0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400240" marR="0" lvl="6" indent="-257168" algn="l" rtl="0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2743132" marR="0" lvl="7" indent="-257168" algn="l" rtl="0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086023" marR="0" lvl="8" indent="-257168" algn="l" rtl="0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spcBef>
                <a:spcPts val="0"/>
              </a:spcBef>
            </a:pPr>
            <a:r>
              <a:rPr lang="en-US" sz="1800" b="0" dirty="0">
                <a:solidFill>
                  <a:srgbClr val="000000"/>
                </a:solidFill>
                <a:latin typeface="Arial" panose="020B0604020202020204" pitchFamily="34" charset="0"/>
              </a:rPr>
              <a:t>We must turn the add function into a function that the GPU can run, called a kernel in CUDA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04447D-6E59-0A48-760D-6D7C22C5C4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22" y="2139613"/>
            <a:ext cx="5540220" cy="14860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398EA56-D61F-C8C2-1F4F-9E33106299D5}"/>
              </a:ext>
            </a:extLst>
          </p:cNvPr>
          <p:cNvSpPr txBox="1"/>
          <p:nvPr/>
        </p:nvSpPr>
        <p:spPr>
          <a:xfrm>
            <a:off x="109340" y="2350008"/>
            <a:ext cx="805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Kernels</a:t>
            </a:r>
          </a:p>
        </p:txBody>
      </p:sp>
    </p:spTree>
    <p:extLst>
      <p:ext uri="{BB962C8B-B14F-4D97-AF65-F5344CB8AC3E}">
        <p14:creationId xmlns:p14="http://schemas.microsoft.com/office/powerpoint/2010/main" val="15212042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3549F-E7D2-5964-4B77-A2BF39CF8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229EB-D105-8628-692C-7E47CDF0B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318" y="190328"/>
            <a:ext cx="4933653" cy="385763"/>
          </a:xfrm>
        </p:spPr>
        <p:txBody>
          <a:bodyPr/>
          <a:lstStyle/>
          <a:p>
            <a:pPr defTabSz="685783">
              <a:spcBef>
                <a:spcPts val="270"/>
              </a:spcBef>
              <a:buSzPts val="1386"/>
              <a:defRPr/>
            </a:pPr>
            <a:r>
              <a:rPr lang="en-US" sz="2800" dirty="0"/>
              <a:t>Example (contd.)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7B7DC5-AAE0-6BFE-F291-7E2F1119A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ACAB69-1B2F-42C9-A36B-19E28B50061C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715409-AC92-BF2D-8238-E842C35F72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874" y="808307"/>
            <a:ext cx="6142252" cy="403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1370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3549F-E7D2-5964-4B77-A2BF39CF8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229EB-D105-8628-692C-7E47CDF0B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318" y="190328"/>
            <a:ext cx="4933653" cy="385763"/>
          </a:xfrm>
        </p:spPr>
        <p:txBody>
          <a:bodyPr/>
          <a:lstStyle/>
          <a:p>
            <a:pPr defTabSz="685783">
              <a:spcBef>
                <a:spcPts val="270"/>
              </a:spcBef>
              <a:buSzPts val="1386"/>
              <a:defRPr/>
            </a:pPr>
            <a:r>
              <a:rPr lang="en-US" sz="2800" dirty="0"/>
              <a:t>Speed Summary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7B7DC5-AAE0-6BFE-F291-7E2F1119A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ACAB69-1B2F-42C9-A36B-19E28B50061C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A2A1CB-7713-BDBE-ABCF-5315D8689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294" y="892134"/>
            <a:ext cx="6233700" cy="3871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9895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3549F-E7D2-5964-4B77-A2BF39CF8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229EB-D105-8628-692C-7E47CDF0B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318" y="190328"/>
            <a:ext cx="4933653" cy="385763"/>
          </a:xfrm>
        </p:spPr>
        <p:txBody>
          <a:bodyPr/>
          <a:lstStyle/>
          <a:p>
            <a:pPr defTabSz="685783">
              <a:spcBef>
                <a:spcPts val="270"/>
              </a:spcBef>
              <a:buSzPts val="1386"/>
              <a:defRPr/>
            </a:pPr>
            <a:r>
              <a:rPr lang="en-US" sz="2800" dirty="0"/>
              <a:t>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F7BC3-96F8-3256-4C59-7C1AC363A9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3847" y="1403569"/>
            <a:ext cx="6295073" cy="2962691"/>
          </a:xfrm>
        </p:spPr>
        <p:txBody>
          <a:bodyPr/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For phase 3, we will </a:t>
            </a: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program linear 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layer with </a:t>
            </a:r>
            <a:r>
              <a:rPr lang="en-US" sz="18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cuda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programming and analyze speed, timing etc. with FPGA result.</a:t>
            </a:r>
          </a:p>
          <a:p>
            <a:pPr marL="86438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Because we have a difficult problem on phase2, we make phase 3 an easier phase.</a:t>
            </a:r>
          </a:p>
          <a:p>
            <a:pPr marL="86438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7B7DC5-AAE0-6BFE-F291-7E2F1119A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ACAB69-1B2F-42C9-A36B-19E28B50061C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2933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3549F-E7D2-5964-4B77-A2BF39CF8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229EB-D105-8628-692C-7E47CDF0B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318" y="190328"/>
            <a:ext cx="4933653" cy="385763"/>
          </a:xfrm>
        </p:spPr>
        <p:txBody>
          <a:bodyPr/>
          <a:lstStyle/>
          <a:p>
            <a:pPr defTabSz="685783">
              <a:spcBef>
                <a:spcPts val="270"/>
              </a:spcBef>
              <a:buSzPts val="1386"/>
              <a:defRPr/>
            </a:pPr>
            <a:r>
              <a:rPr lang="en-US" sz="2800" dirty="0"/>
              <a:t>Submission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F7BC3-96F8-3256-4C59-7C1AC363A9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8614" y="1789333"/>
            <a:ext cx="6572489" cy="1564834"/>
          </a:xfrm>
        </p:spPr>
        <p:txBody>
          <a:bodyPr/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b="0" dirty="0" err="1">
                <a:solidFill>
                  <a:srgbClr val="000000"/>
                </a:solidFill>
                <a:latin typeface="Arial" panose="020B0604020202020204" pitchFamily="34" charset="0"/>
              </a:rPr>
              <a:t>Cuda</a:t>
            </a:r>
            <a:r>
              <a:rPr lang="en-US" sz="1800" b="0" dirty="0">
                <a:solidFill>
                  <a:srgbClr val="000000"/>
                </a:solidFill>
                <a:latin typeface="Arial" panose="020B0604020202020204" pitchFamily="34" charset="0"/>
              </a:rPr>
              <a:t> code: Phase3.cu</a:t>
            </a:r>
          </a:p>
          <a:p>
            <a:pPr marL="86438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b="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b="0" dirty="0">
                <a:solidFill>
                  <a:srgbClr val="000000"/>
                </a:solidFill>
                <a:latin typeface="Arial" panose="020B0604020202020204" pitchFamily="34" charset="0"/>
              </a:rPr>
              <a:t>Short report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7B7DC5-AAE0-6BFE-F291-7E2F1119A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ACAB69-1B2F-42C9-A36B-19E28B50061C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17953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98F50-C87F-3CE3-F9A0-506FD887162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375" dirty="0">
                <a:latin typeface="Arial Narrow" panose="020B0606020202030204" pitchFamily="34" charset="0"/>
              </a:rPr>
              <a:t>Thank You!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9AD8EC-AAFE-E745-BB66-08DF41AC0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3774515-D496-4E24-8F5A-AD25AC77C9EA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852459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Default Design">
  <a:themeElements>
    <a:clrScheme name="1_Default 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ustom Desig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</TotalTime>
  <Words>232</Words>
  <Application>Microsoft Macintosh PowerPoint</Application>
  <PresentationFormat>Custom</PresentationFormat>
  <Paragraphs>49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Noto Sans Symbols</vt:lpstr>
      <vt:lpstr>Arial</vt:lpstr>
      <vt:lpstr>Arial Narrow</vt:lpstr>
      <vt:lpstr>Calibri</vt:lpstr>
      <vt:lpstr>Times New Roman</vt:lpstr>
      <vt:lpstr>Simple Light</vt:lpstr>
      <vt:lpstr>2_Default Design</vt:lpstr>
      <vt:lpstr>Custom Design</vt:lpstr>
      <vt:lpstr>EE454:  Introduction to Systems-on-chip</vt:lpstr>
      <vt:lpstr>Phase 3</vt:lpstr>
      <vt:lpstr>Cuda Programming</vt:lpstr>
      <vt:lpstr>Sample Example</vt:lpstr>
      <vt:lpstr>Example (contd.)</vt:lpstr>
      <vt:lpstr>Example (contd.)</vt:lpstr>
      <vt:lpstr>Speed Summary</vt:lpstr>
      <vt:lpstr>Task</vt:lpstr>
      <vt:lpstr>Submission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Unlocking deep learning: A BP-free approach for parallel block-wise training of neural networks </dc:title>
  <cp:lastModifiedBy>Sk Duan</cp:lastModifiedBy>
  <cp:revision>19</cp:revision>
  <dcterms:modified xsi:type="dcterms:W3CDTF">2025-11-21T18:01:16Z</dcterms:modified>
</cp:coreProperties>
</file>