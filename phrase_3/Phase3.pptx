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14"/>
  </p:notesMasterIdLst>
  <p:handoutMasterIdLst>
    <p:handoutMasterId r:id="rId15"/>
  </p:handoutMasterIdLst>
  <p:sldIdLst>
    <p:sldId id="256" r:id="rId4"/>
    <p:sldId id="1224" r:id="rId5"/>
    <p:sldId id="1227" r:id="rId6"/>
    <p:sldId id="1234" r:id="rId7"/>
    <p:sldId id="1235" r:id="rId8"/>
    <p:sldId id="1236" r:id="rId9"/>
    <p:sldId id="1237" r:id="rId10"/>
    <p:sldId id="1230" r:id="rId11"/>
    <p:sldId id="1233" r:id="rId12"/>
    <p:sldId id="1207" r:id="rId13"/>
  </p:sldIdLst>
  <p:sldSz cx="6858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160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85306" autoAdjust="0"/>
  </p:normalViewPr>
  <p:slideViewPr>
    <p:cSldViewPr snapToGrid="0">
      <p:cViewPr varScale="1">
        <p:scale>
          <a:sx n="103" d="100"/>
          <a:sy n="103" d="100"/>
        </p:scale>
        <p:origin x="1188" y="24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F751F1-3A42-2CCA-598D-6D3E9A3302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6F93C-4E40-6E33-2EA3-5DF58306E9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7671E-555B-46B6-B458-B0A0C43B19D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A5A41-4A73-F527-AADA-B7C607C0BF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ECC23-4F7B-2465-8B81-82D2FB2131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22999-A56E-437D-BAD2-C4BBBD1DA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59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aca9ef3aa_2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2caca9ef3aa_2_7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2caca9ef3aa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g2caca9ef3aa_2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9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7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89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8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56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A1D8-6A87-E8F0-CA03-A0FE1BE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A4D4-6296-8194-ACEB-1ACD059DA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39FA-A9D1-7882-7407-19ABD4AA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B3E3-F13F-9973-CDA0-D99B10778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06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714A1-C42D-9944-B994-F4A8DD7DB2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6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33781" y="744575"/>
            <a:ext cx="639045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3775" y="2834125"/>
            <a:ext cx="639045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5716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783" lvl="1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675" lvl="2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566" lvl="3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457" lvl="4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348" lvl="5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240" lvl="6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132" lvl="7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023" lvl="8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33777" y="1152475"/>
            <a:ext cx="29999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783" lvl="1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8" lvl="5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624302" y="1152475"/>
            <a:ext cx="29999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783" lvl="1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8" lvl="5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marL="685783" lvl="1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675" lvl="2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566" lvl="3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457" lvl="4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348" lvl="5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240" lvl="6" indent="-228594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132" lvl="7" indent="-228594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023" lvl="8" indent="-228594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342892" lvl="0" indent="-25716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783" lvl="1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675" lvl="2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566" lvl="3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457" lvl="4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348" lvl="5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240" lvl="6" indent="-23811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132" lvl="7" indent="-23811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023" lvl="8" indent="-23811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342892" lvl="0" indent="-171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892" lvl="0" indent="-257168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783" lvl="1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28675" lvl="2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566" lvl="3" indent="-238119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714457" lvl="4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057348" lvl="5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400240" lvl="6" indent="-238119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743132" lvl="7" indent="-238119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086023" lvl="8" indent="-238119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514350" y="1597825"/>
            <a:ext cx="5829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  <a:defRPr/>
            </a:lvl1pPr>
            <a:lvl2pPr lvl="1" algn="ctr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2pPr>
            <a:lvl3pPr lvl="2" algn="ctr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ct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4pPr>
            <a:lvl5pPr lvl="4" algn="ctr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/>
            </a:lvl5pPr>
            <a:lvl6pPr lvl="5" algn="ctr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/>
            </a:lvl6pPr>
            <a:lvl7pPr lvl="6" algn="ctr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/>
            </a:lvl7pPr>
            <a:lvl8pPr lvl="7" algn="ctr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/>
            </a:lvl8pPr>
            <a:lvl9pPr lvl="8" algn="ctr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5829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541735" y="3305180"/>
            <a:ext cx="5829300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25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Arial"/>
              <a:buNone/>
              <a:defRPr sz="1125"/>
            </a:lvl1pPr>
            <a:lvl2pPr marL="685783" lvl="1" indent="-171446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013"/>
            </a:lvl2pPr>
            <a:lvl3pPr marL="1028675" lvl="2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/>
            </a:lvl3pPr>
            <a:lvl4pPr marL="1371566" lvl="3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4pPr>
            <a:lvl5pPr marL="1714457" lvl="4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5pPr>
            <a:lvl6pPr marL="2057348" lvl="5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6pPr>
            <a:lvl7pPr marL="2400240" lvl="6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7pPr>
            <a:lvl8pPr marL="2743132" lvl="7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8pPr>
            <a:lvl9pPr marL="3086023" lvl="8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788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71457" algn="l">
              <a:spcBef>
                <a:spcPts val="315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  <a:defRPr sz="1575"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350"/>
            </a:lvl2pPr>
            <a:lvl3pPr marL="1028675" lvl="2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125"/>
            </a:lvl3pPr>
            <a:lvl4pPr marL="1371566" lvl="3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013"/>
            </a:lvl4pPr>
            <a:lvl5pPr marL="1714457" lvl="4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5pPr>
            <a:lvl6pPr marL="2057348" lvl="5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6pPr>
            <a:lvl7pPr marL="2400240" lvl="6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7pPr>
            <a:lvl8pPr marL="2743132" lvl="7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8pPr>
            <a:lvl9pPr marL="3086023" lvl="8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2"/>
          </p:nvPr>
        </p:nvSpPr>
        <p:spPr>
          <a:xfrm>
            <a:off x="34861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71457" algn="l">
              <a:spcBef>
                <a:spcPts val="315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  <a:defRPr sz="1575"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350"/>
            </a:lvl2pPr>
            <a:lvl3pPr marL="1028675" lvl="2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125"/>
            </a:lvl3pPr>
            <a:lvl4pPr marL="1371566" lvl="3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013"/>
            </a:lvl4pPr>
            <a:lvl5pPr marL="1714457" lvl="4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5pPr>
            <a:lvl6pPr marL="2057348" lvl="5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6pPr>
            <a:lvl7pPr marL="2400240" lvl="6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7pPr>
            <a:lvl8pPr marL="2743132" lvl="7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8pPr>
            <a:lvl9pPr marL="3086023" lvl="8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013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342900" y="205982"/>
            <a:ext cx="6172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42902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  <a:defRPr sz="1350" b="1"/>
            </a:lvl1pPr>
            <a:lvl2pPr marL="685783" lvl="1" indent="-171446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125" b="1"/>
            </a:lvl2pPr>
            <a:lvl3pPr marL="1028675" lvl="2" indent="-171446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013" b="1"/>
            </a:lvl3pPr>
            <a:lvl4pPr marL="1371566" lvl="3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4pPr>
            <a:lvl5pPr marL="1714457" lvl="4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5pPr>
            <a:lvl6pPr marL="2057348" lvl="5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6pPr>
            <a:lvl7pPr marL="2400240" lvl="6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7pPr>
            <a:lvl8pPr marL="2743132" lvl="7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8pPr>
            <a:lvl9pPr marL="3086023" lvl="8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2"/>
          </p:nvPr>
        </p:nvSpPr>
        <p:spPr>
          <a:xfrm>
            <a:off x="342902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  <a:defRPr sz="1350"/>
            </a:lvl1pPr>
            <a:lvl2pPr marL="685783" lvl="1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125"/>
            </a:lvl2pPr>
            <a:lvl3pPr marL="1028675" lvl="2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013"/>
            </a:lvl3pPr>
            <a:lvl4pPr marL="1371566" lvl="3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900"/>
            </a:lvl4pPr>
            <a:lvl5pPr marL="1714457" lvl="4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5pPr>
            <a:lvl6pPr marL="2057348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6pPr>
            <a:lvl7pPr marL="240024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7pPr>
            <a:lvl8pPr marL="2743132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8pPr>
            <a:lvl9pPr marL="3086023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3"/>
          </p:nvPr>
        </p:nvSpPr>
        <p:spPr>
          <a:xfrm>
            <a:off x="3483772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  <a:defRPr sz="1350" b="1"/>
            </a:lvl1pPr>
            <a:lvl2pPr marL="685783" lvl="1" indent="-171446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125" b="1"/>
            </a:lvl2pPr>
            <a:lvl3pPr marL="1028675" lvl="2" indent="-171446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013" b="1"/>
            </a:lvl3pPr>
            <a:lvl4pPr marL="1371566" lvl="3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4pPr>
            <a:lvl5pPr marL="1714457" lvl="4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5pPr>
            <a:lvl6pPr marL="2057348" lvl="5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6pPr>
            <a:lvl7pPr marL="2400240" lvl="6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7pPr>
            <a:lvl8pPr marL="2743132" lvl="7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8pPr>
            <a:lvl9pPr marL="3086023" lvl="8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900" b="1"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4"/>
          </p:nvPr>
        </p:nvSpPr>
        <p:spPr>
          <a:xfrm>
            <a:off x="3483772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  <a:defRPr sz="1350"/>
            </a:lvl1pPr>
            <a:lvl2pPr marL="685783" lvl="1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125"/>
            </a:lvl2pPr>
            <a:lvl3pPr marL="1028675" lvl="2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013"/>
            </a:lvl3pPr>
            <a:lvl4pPr marL="1371566" lvl="3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900"/>
            </a:lvl4pPr>
            <a:lvl5pPr marL="1714457" lvl="4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5pPr>
            <a:lvl6pPr marL="2057348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6pPr>
            <a:lvl7pPr marL="240024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7pPr>
            <a:lvl8pPr marL="2743132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8pPr>
            <a:lvl9pPr marL="3086023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900"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title"/>
          </p:nvPr>
        </p:nvSpPr>
        <p:spPr>
          <a:xfrm>
            <a:off x="342903" y="810911"/>
            <a:ext cx="2256235" cy="26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2681289" y="204794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85743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  <a:defRPr sz="1800"/>
            </a:lvl1pPr>
            <a:lvl2pPr marL="685783" lvl="1" indent="-271457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1575"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/>
            </a:lvl3pPr>
            <a:lvl4pPr marL="1371566" lvl="3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125"/>
            </a:lvl4pPr>
            <a:lvl5pPr marL="1714457" lvl="4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125"/>
            </a:lvl5pPr>
            <a:lvl6pPr marL="2057348" lvl="5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125"/>
            </a:lvl6pPr>
            <a:lvl7pPr marL="2400240" lvl="6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125"/>
            </a:lvl7pPr>
            <a:lvl8pPr marL="2743132" lvl="7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125"/>
            </a:lvl8pPr>
            <a:lvl9pPr marL="3086023" lvl="8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125"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2"/>
          </p:nvPr>
        </p:nvSpPr>
        <p:spPr>
          <a:xfrm>
            <a:off x="342903" y="1076328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171446" algn="l">
              <a:spcBef>
                <a:spcPts val="158"/>
              </a:spcBef>
              <a:spcAft>
                <a:spcPts val="0"/>
              </a:spcAft>
              <a:buClr>
                <a:srgbClr val="000099"/>
              </a:buClr>
              <a:buSzPts val="1050"/>
              <a:buFont typeface="Arial"/>
              <a:buNone/>
              <a:defRPr sz="788"/>
            </a:lvl1pPr>
            <a:lvl2pPr marL="685783" lvl="1" indent="-171446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/>
            </a:lvl2pPr>
            <a:lvl3pPr marL="1028675" lvl="2" indent="-171446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563"/>
            </a:lvl3pPr>
            <a:lvl4pPr marL="1371566" lvl="3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4pPr>
            <a:lvl5pPr marL="1714457" lvl="4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5pPr>
            <a:lvl6pPr marL="2057348" lvl="5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6pPr>
            <a:lvl7pPr marL="2400240" lvl="6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7pPr>
            <a:lvl8pPr marL="2743132" lvl="7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8pPr>
            <a:lvl9pPr marL="3086023" lvl="8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344216" y="3760091"/>
            <a:ext cx="4114800" cy="26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1344216" y="4025508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171446" algn="l">
              <a:spcBef>
                <a:spcPts val="158"/>
              </a:spcBef>
              <a:spcAft>
                <a:spcPts val="0"/>
              </a:spcAft>
              <a:buClr>
                <a:srgbClr val="000099"/>
              </a:buClr>
              <a:buSzPts val="1050"/>
              <a:buFont typeface="Arial"/>
              <a:buNone/>
              <a:defRPr sz="788"/>
            </a:lvl1pPr>
            <a:lvl2pPr marL="685783" lvl="1" indent="-171446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/>
            </a:lvl2pPr>
            <a:lvl3pPr marL="1028675" lvl="2" indent="-171446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563"/>
            </a:lvl3pPr>
            <a:lvl4pPr marL="1371566" lvl="3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4pPr>
            <a:lvl5pPr marL="1714457" lvl="4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5pPr>
            <a:lvl6pPr marL="2057348" lvl="5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6pPr>
            <a:lvl7pPr marL="2400240" lvl="6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7pPr>
            <a:lvl8pPr marL="2743132" lvl="7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8pPr>
            <a:lvl9pPr marL="3086023" lvl="8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506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1"/>
          </p:nvPr>
        </p:nvSpPr>
        <p:spPr>
          <a:xfrm rot="5400000">
            <a:off x="1885950" y="-228600"/>
            <a:ext cx="3086100" cy="58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 rot="5400000">
            <a:off x="4097055" y="1970984"/>
            <a:ext cx="414694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 rot="5400000">
            <a:off x="569717" y="26792"/>
            <a:ext cx="4146947" cy="42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2"/>
          </p:nvPr>
        </p:nvSpPr>
        <p:spPr>
          <a:xfrm>
            <a:off x="34861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3486150" y="1143000"/>
            <a:ext cx="28575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3"/>
          </p:nvPr>
        </p:nvSpPr>
        <p:spPr>
          <a:xfrm>
            <a:off x="3486150" y="2743200"/>
            <a:ext cx="28575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2857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rgbClr val="000099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>
            <a:spLocks noGrp="1"/>
          </p:cNvSpPr>
          <p:nvPr>
            <p:ph type="clipArt" idx="2"/>
          </p:nvPr>
        </p:nvSpPr>
        <p:spPr>
          <a:xfrm>
            <a:off x="3486150" y="1143000"/>
            <a:ext cx="28575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0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32"/>
          <p:cNvCxnSpPr/>
          <p:nvPr/>
        </p:nvCxnSpPr>
        <p:spPr>
          <a:xfrm>
            <a:off x="57152" y="685800"/>
            <a:ext cx="6721079" cy="0"/>
          </a:xfrm>
          <a:prstGeom prst="straightConnector1">
            <a:avLst/>
          </a:prstGeom>
          <a:noFill/>
          <a:ln w="635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96254" y="806112"/>
            <a:ext cx="6681977" cy="394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6454" algn="l">
              <a:spcBef>
                <a:spcPts val="315"/>
              </a:spcBef>
              <a:spcAft>
                <a:spcPts val="0"/>
              </a:spcAft>
              <a:buClr>
                <a:srgbClr val="A50021"/>
              </a:buClr>
              <a:buSzPts val="1785"/>
              <a:buFont typeface="Noto Sans Symbols"/>
              <a:buChar char="❑"/>
              <a:defRPr sz="1575" b="1">
                <a:latin typeface="Arial"/>
                <a:ea typeface="Arial"/>
                <a:cs typeface="Arial"/>
                <a:sym typeface="Arial"/>
              </a:defRPr>
            </a:lvl1pPr>
            <a:lvl2pPr marL="685783" lvl="1" indent="-237452" algn="l">
              <a:spcBef>
                <a:spcPts val="270"/>
              </a:spcBef>
              <a:spcAft>
                <a:spcPts val="0"/>
              </a:spcAft>
              <a:buClr>
                <a:srgbClr val="A50021"/>
              </a:buClr>
              <a:buSzPts val="1386"/>
              <a:buFont typeface="Noto Sans Symbols"/>
              <a:buChar char="❑"/>
              <a:defRPr sz="1350">
                <a:latin typeface="Arial"/>
                <a:ea typeface="Arial"/>
                <a:cs typeface="Arial"/>
                <a:sym typeface="Arial"/>
              </a:defRPr>
            </a:lvl2pPr>
            <a:lvl3pPr marL="1028675" lvl="2" indent="-217879" algn="l">
              <a:spcBef>
                <a:spcPts val="225"/>
              </a:spcBef>
              <a:spcAft>
                <a:spcPts val="0"/>
              </a:spcAft>
              <a:buClr>
                <a:srgbClr val="A50021"/>
              </a:buClr>
              <a:buSzPts val="975"/>
              <a:buFont typeface="Noto Sans Symbols"/>
              <a:buChar char="❑"/>
              <a:defRPr sz="1125">
                <a:latin typeface="Arial"/>
                <a:ea typeface="Arial"/>
                <a:cs typeface="Arial"/>
                <a:sym typeface="Arial"/>
              </a:defRPr>
            </a:lvl3pPr>
            <a:lvl4pPr marL="1371566" lvl="3" indent="-235738" algn="l">
              <a:spcBef>
                <a:spcPts val="203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Noto Sans Symbols"/>
              <a:buChar char="▪"/>
              <a:defRPr sz="1013">
                <a:latin typeface="Arial"/>
                <a:ea typeface="Arial"/>
                <a:cs typeface="Arial"/>
                <a:sym typeface="Arial"/>
              </a:defRPr>
            </a:lvl4pPr>
            <a:lvl5pPr marL="1714457" lvl="4" indent="-228594" algn="l">
              <a:spcBef>
                <a:spcPts val="180"/>
              </a:spcBef>
              <a:spcAft>
                <a:spcPts val="0"/>
              </a:spcAft>
              <a:buClr>
                <a:srgbClr val="A50021"/>
              </a:buClr>
              <a:buSzPts val="1200"/>
              <a:buChar char="»"/>
              <a:defRPr sz="900">
                <a:latin typeface="Arial"/>
                <a:ea typeface="Arial"/>
                <a:cs typeface="Arial"/>
                <a:sym typeface="Arial"/>
              </a:defRPr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sldNum" idx="12"/>
          </p:nvPr>
        </p:nvSpPr>
        <p:spPr>
          <a:xfrm>
            <a:off x="5320904" y="493871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>
            <a:spLocks noGrp="1"/>
          </p:cNvSpPr>
          <p:nvPr>
            <p:ph type="ctrTitle"/>
          </p:nvPr>
        </p:nvSpPr>
        <p:spPr>
          <a:xfrm>
            <a:off x="514350" y="1597825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15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>
            <a:spLocks noGrp="1"/>
          </p:cNvSpPr>
          <p:nvPr>
            <p:ph type="title"/>
          </p:nvPr>
        </p:nvSpPr>
        <p:spPr>
          <a:xfrm>
            <a:off x="541735" y="3305177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25">
                <a:solidFill>
                  <a:srgbClr val="888888"/>
                </a:solidFill>
              </a:defRPr>
            </a:lvl1pPr>
            <a:lvl2pPr marL="685783" lvl="1" indent="-171446" algn="l">
              <a:spcBef>
                <a:spcPts val="20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013">
                <a:solidFill>
                  <a:srgbClr val="888888"/>
                </a:solidFill>
              </a:defRPr>
            </a:lvl2pPr>
            <a:lvl3pPr marL="1028675" lvl="2" indent="-171446" algn="l">
              <a:spcBef>
                <a:spcPts val="18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900">
                <a:solidFill>
                  <a:srgbClr val="888888"/>
                </a:solidFill>
              </a:defRPr>
            </a:lvl3pPr>
            <a:lvl4pPr marL="1371566" lvl="3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4pPr>
            <a:lvl5pPr marL="1714457" lvl="4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5pPr>
            <a:lvl6pPr marL="2057348" lvl="5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6pPr>
            <a:lvl7pPr marL="2400240" lvl="6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7pPr>
            <a:lvl8pPr marL="2743132" lvl="7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8pPr>
            <a:lvl9pPr marL="3086023" lvl="8" indent="-171446" algn="l">
              <a:spcBef>
                <a:spcPts val="158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78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1"/>
          </p:nvPr>
        </p:nvSpPr>
        <p:spPr>
          <a:xfrm>
            <a:off x="342900" y="1200152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71457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1575"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2pPr>
            <a:lvl3pPr marL="1028675" lvl="2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3pPr>
            <a:lvl4pPr marL="1371566" lvl="3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013"/>
            </a:lvl4pPr>
            <a:lvl5pPr marL="1714457" lvl="4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013"/>
            </a:lvl5pPr>
            <a:lvl6pPr marL="2057348" lvl="5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6pPr>
            <a:lvl7pPr marL="2400240" lvl="6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7pPr>
            <a:lvl8pPr marL="2743132" lvl="7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8pPr>
            <a:lvl9pPr marL="3086023" lvl="8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9pPr>
          </a:lstStyle>
          <a:p>
            <a:endParaRPr/>
          </a:p>
        </p:txBody>
      </p:sp>
      <p:sp>
        <p:nvSpPr>
          <p:cNvPr id="154" name="Google Shape;154;p35"/>
          <p:cNvSpPr txBox="1">
            <a:spLocks noGrp="1"/>
          </p:cNvSpPr>
          <p:nvPr>
            <p:ph type="body" idx="2"/>
          </p:nvPr>
        </p:nvSpPr>
        <p:spPr>
          <a:xfrm>
            <a:off x="3486150" y="1200152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71457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1575"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350"/>
            </a:lvl2pPr>
            <a:lvl3pPr marL="1028675" lvl="2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3pPr>
            <a:lvl4pPr marL="1371566" lvl="3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013"/>
            </a:lvl4pPr>
            <a:lvl5pPr marL="1714457" lvl="4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013"/>
            </a:lvl5pPr>
            <a:lvl6pPr marL="2057348" lvl="5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6pPr>
            <a:lvl7pPr marL="2400240" lvl="6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7pPr>
            <a:lvl8pPr marL="2743132" lvl="7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8pPr>
            <a:lvl9pPr marL="3086023" lvl="8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"/>
          </p:nvPr>
        </p:nvSpPr>
        <p:spPr>
          <a:xfrm>
            <a:off x="342902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685783" lvl="1" indent="-171446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028675" lvl="2" indent="-171446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371566" lvl="3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1714457" lvl="4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057348" lvl="5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2400240" lvl="6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2743132" lvl="7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3086023" lvl="8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body" idx="2"/>
          </p:nvPr>
        </p:nvSpPr>
        <p:spPr>
          <a:xfrm>
            <a:off x="342902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783" lvl="1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125"/>
            </a:lvl2pPr>
            <a:lvl3pPr marL="1028675" lvl="2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3pPr>
            <a:lvl4pPr marL="1371566" lvl="3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900"/>
            </a:lvl4pPr>
            <a:lvl5pPr marL="1714457" lvl="4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900"/>
            </a:lvl5pPr>
            <a:lvl6pPr marL="2057348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6pPr>
            <a:lvl7pPr marL="240024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7pPr>
            <a:lvl8pPr marL="2743132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8pPr>
            <a:lvl9pPr marL="3086023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body" idx="3"/>
          </p:nvPr>
        </p:nvSpPr>
        <p:spPr>
          <a:xfrm>
            <a:off x="3483772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892" lvl="0" indent="-171446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685783" lvl="1" indent="-171446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028675" lvl="2" indent="-171446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371566" lvl="3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1714457" lvl="4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057348" lvl="5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2400240" lvl="6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2743132" lvl="7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3086023" lvl="8" indent="-171446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163" name="Google Shape;163;p36"/>
          <p:cNvSpPr txBox="1">
            <a:spLocks noGrp="1"/>
          </p:cNvSpPr>
          <p:nvPr>
            <p:ph type="body" idx="4"/>
          </p:nvPr>
        </p:nvSpPr>
        <p:spPr>
          <a:xfrm>
            <a:off x="3483772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1pPr>
            <a:lvl2pPr marL="685783" lvl="1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125"/>
            </a:lvl2pPr>
            <a:lvl3pPr marL="1028675" lvl="2" indent="-235738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013"/>
            </a:lvl3pPr>
            <a:lvl4pPr marL="1371566" lvl="3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900"/>
            </a:lvl4pPr>
            <a:lvl5pPr marL="1714457" lvl="4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900"/>
            </a:lvl5pPr>
            <a:lvl6pPr marL="2057348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6pPr>
            <a:lvl7pPr marL="240024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7pPr>
            <a:lvl8pPr marL="2743132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8pPr>
            <a:lvl9pPr marL="3086023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9pPr>
          </a:lstStyle>
          <a:p>
            <a:endParaRPr/>
          </a:p>
        </p:txBody>
      </p:sp>
      <p:sp>
        <p:nvSpPr>
          <p:cNvPr id="164" name="Google Shape;164;p36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7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7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7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>
            <a:spLocks noGrp="1"/>
          </p:cNvSpPr>
          <p:nvPr>
            <p:ph type="title"/>
          </p:nvPr>
        </p:nvSpPr>
        <p:spPr>
          <a:xfrm>
            <a:off x="342903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body" idx="1"/>
          </p:nvPr>
        </p:nvSpPr>
        <p:spPr>
          <a:xfrm>
            <a:off x="2681289" y="204794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8574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783" lvl="1" indent="-271457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1575"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566" lvl="3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125"/>
            </a:lvl4pPr>
            <a:lvl5pPr marL="1714457" lvl="4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125"/>
            </a:lvl5pPr>
            <a:lvl6pPr marL="2057348" lvl="5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6pPr>
            <a:lvl7pPr marL="2400240" lvl="6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7pPr>
            <a:lvl8pPr marL="2743132" lvl="7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8pPr>
            <a:lvl9pPr marL="3086023" lvl="8" indent="-242882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125"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body" idx="2"/>
          </p:nvPr>
        </p:nvSpPr>
        <p:spPr>
          <a:xfrm>
            <a:off x="342903" y="1076328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788"/>
            </a:lvl1pPr>
            <a:lvl2pPr marL="685783" lvl="1" indent="-171446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2pPr>
            <a:lvl3pPr marL="1028675" lvl="2" indent="-171446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563"/>
            </a:lvl3pPr>
            <a:lvl4pPr marL="1371566" lvl="3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4pPr>
            <a:lvl5pPr marL="1714457" lvl="4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5pPr>
            <a:lvl6pPr marL="2057348" lvl="5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6pPr>
            <a:lvl7pPr marL="2400240" lvl="6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7pPr>
            <a:lvl8pPr marL="2743132" lvl="7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8pPr>
            <a:lvl9pPr marL="3086023" lvl="8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9pPr>
          </a:lstStyle>
          <a:p>
            <a:endParaRPr/>
          </a:p>
        </p:txBody>
      </p:sp>
      <p:sp>
        <p:nvSpPr>
          <p:cNvPr id="180" name="Google Shape;180;p39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0"/>
          <p:cNvSpPr txBox="1"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0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40"/>
          <p:cNvSpPr txBox="1">
            <a:spLocks noGrp="1"/>
          </p:cNvSpPr>
          <p:nvPr>
            <p:ph type="body" idx="1"/>
          </p:nvPr>
        </p:nvSpPr>
        <p:spPr>
          <a:xfrm>
            <a:off x="1344216" y="4025508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171446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788"/>
            </a:lvl1pPr>
            <a:lvl2pPr marL="685783" lvl="1" indent="-171446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/>
            </a:lvl2pPr>
            <a:lvl3pPr marL="1028675" lvl="2" indent="-171446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563"/>
            </a:lvl3pPr>
            <a:lvl4pPr marL="1371566" lvl="3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4pPr>
            <a:lvl5pPr marL="1714457" lvl="4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5pPr>
            <a:lvl6pPr marL="2057348" lvl="5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6pPr>
            <a:lvl7pPr marL="2400240" lvl="6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7pPr>
            <a:lvl8pPr marL="2743132" lvl="7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8pPr>
            <a:lvl9pPr marL="3086023" lvl="8" indent="-171446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506"/>
            </a:lvl9pPr>
          </a:lstStyle>
          <a:p>
            <a:endParaRPr/>
          </a:p>
        </p:txBody>
      </p:sp>
      <p:sp>
        <p:nvSpPr>
          <p:cNvPr id="187" name="Google Shape;187;p40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0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1"/>
          <p:cNvSpPr txBox="1">
            <a:spLocks noGrp="1"/>
          </p:cNvSpPr>
          <p:nvPr>
            <p:ph type="body" idx="1"/>
          </p:nvPr>
        </p:nvSpPr>
        <p:spPr>
          <a:xfrm rot="5400000">
            <a:off x="1588889" y="-445887"/>
            <a:ext cx="3680222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41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1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>
            <a:spLocks noGrp="1"/>
          </p:cNvSpPr>
          <p:nvPr>
            <p:ph type="title"/>
          </p:nvPr>
        </p:nvSpPr>
        <p:spPr>
          <a:xfrm rot="5400000">
            <a:off x="3549253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body" idx="1"/>
          </p:nvPr>
        </p:nvSpPr>
        <p:spPr>
          <a:xfrm rot="5400000">
            <a:off x="406003" y="142876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892" lvl="0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783" lvl="1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675" lvl="2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566" lvl="3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457" lvl="4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348" lvl="5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2" lvl="7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42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2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2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750">
                <a:solidFill>
                  <a:schemeClr val="dk2"/>
                </a:solidFill>
              </a:defRPr>
            </a:lvl1pPr>
            <a:lvl2pPr lvl="1" algn="r">
              <a:buNone/>
              <a:defRPr sz="750">
                <a:solidFill>
                  <a:schemeClr val="dk2"/>
                </a:solidFill>
              </a:defRPr>
            </a:lvl2pPr>
            <a:lvl3pPr lvl="2" algn="r">
              <a:buNone/>
              <a:defRPr sz="750">
                <a:solidFill>
                  <a:schemeClr val="dk2"/>
                </a:solidFill>
              </a:defRPr>
            </a:lvl3pPr>
            <a:lvl4pPr lvl="3" algn="r">
              <a:buNone/>
              <a:defRPr sz="750">
                <a:solidFill>
                  <a:schemeClr val="dk2"/>
                </a:solidFill>
              </a:defRPr>
            </a:lvl4pPr>
            <a:lvl5pPr lvl="4" algn="r">
              <a:buNone/>
              <a:defRPr sz="750">
                <a:solidFill>
                  <a:schemeClr val="dk2"/>
                </a:solidFill>
              </a:defRPr>
            </a:lvl5pPr>
            <a:lvl6pPr lvl="5" algn="r">
              <a:buNone/>
              <a:defRPr sz="750">
                <a:solidFill>
                  <a:schemeClr val="dk2"/>
                </a:solidFill>
              </a:defRPr>
            </a:lvl6pPr>
            <a:lvl7pPr lvl="6" algn="r">
              <a:buNone/>
              <a:defRPr sz="750">
                <a:solidFill>
                  <a:schemeClr val="dk2"/>
                </a:solidFill>
              </a:defRPr>
            </a:lvl7pPr>
            <a:lvl8pPr lvl="7" algn="r">
              <a:buNone/>
              <a:defRPr sz="750">
                <a:solidFill>
                  <a:schemeClr val="dk2"/>
                </a:solidFill>
              </a:defRPr>
            </a:lvl8pPr>
            <a:lvl9pPr lvl="8" algn="r">
              <a:buNone/>
              <a:defRPr sz="75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25142" y="82157"/>
            <a:ext cx="41290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14350" y="1143000"/>
            <a:ext cx="5829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5275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5275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5275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5275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5275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115050" y="4800600"/>
            <a:ext cx="628650" cy="21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342900" y="57150"/>
            <a:ext cx="6172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>
            <a:off x="228600" y="914401"/>
            <a:ext cx="6400800" cy="368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ftr" idx="11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3"/>
          <p:cNvSpPr txBox="1">
            <a:spLocks noGrp="1"/>
          </p:cNvSpPr>
          <p:nvPr>
            <p:ph type="sldNum" idx="12"/>
          </p:nvPr>
        </p:nvSpPr>
        <p:spPr>
          <a:xfrm>
            <a:off x="6105095" y="4914656"/>
            <a:ext cx="628650" cy="19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fld id="{00000000-1234-1234-1234-123412341234}" type="slidenum"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/>
              <a:t>1</a:t>
            </a:fld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3"/>
          <p:cNvSpPr txBox="1">
            <a:spLocks noGrp="1"/>
          </p:cNvSpPr>
          <p:nvPr>
            <p:ph type="title" idx="4294967295"/>
          </p:nvPr>
        </p:nvSpPr>
        <p:spPr>
          <a:xfrm>
            <a:off x="152400" y="1632774"/>
            <a:ext cx="6705600" cy="91868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C00000"/>
                </a:solidFill>
              </a:rPr>
              <a:t>EE454:  Introduction to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Systems-on-chip</a:t>
            </a:r>
            <a:endParaRPr sz="2400" b="1" dirty="0">
              <a:solidFill>
                <a:srgbClr val="C00000"/>
              </a:solidFill>
            </a:endParaRPr>
          </a:p>
        </p:txBody>
      </p:sp>
      <p:sp>
        <p:nvSpPr>
          <p:cNvPr id="210" name="Google Shape;210;p43"/>
          <p:cNvSpPr/>
          <p:nvPr/>
        </p:nvSpPr>
        <p:spPr>
          <a:xfrm>
            <a:off x="905407" y="3109716"/>
            <a:ext cx="5331089" cy="28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endParaRPr sz="1050"/>
          </a:p>
        </p:txBody>
      </p:sp>
      <p:sp>
        <p:nvSpPr>
          <p:cNvPr id="214" name="Google Shape;214;p43"/>
          <p:cNvSpPr txBox="1"/>
          <p:nvPr/>
        </p:nvSpPr>
        <p:spPr>
          <a:xfrm>
            <a:off x="514780" y="2786071"/>
            <a:ext cx="5828440" cy="12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800" dirty="0">
                <a:solidFill>
                  <a:srgbClr val="A50021"/>
                </a:solidFill>
              </a:rPr>
              <a:t>P</a:t>
            </a:r>
            <a:r>
              <a:rPr lang="en-US" altLang="zh-CN" sz="1800" dirty="0">
                <a:solidFill>
                  <a:srgbClr val="A50021"/>
                </a:solidFill>
              </a:rPr>
              <a:t>hase</a:t>
            </a:r>
            <a:r>
              <a:rPr lang="en-US" sz="1800" dirty="0">
                <a:solidFill>
                  <a:srgbClr val="A50021"/>
                </a:solidFill>
              </a:rPr>
              <a:t> 3</a:t>
            </a:r>
          </a:p>
          <a:p>
            <a:pPr algn="ctr">
              <a:lnSpc>
                <a:spcPct val="115000"/>
              </a:lnSpc>
            </a:pPr>
            <a:endParaRPr lang="en-US" sz="1800" dirty="0">
              <a:solidFill>
                <a:srgbClr val="A50021"/>
              </a:solidFill>
            </a:endParaRPr>
          </a:p>
          <a:p>
            <a:pPr algn="ctr">
              <a:lnSpc>
                <a:spcPct val="115000"/>
              </a:lnSpc>
            </a:pPr>
            <a:r>
              <a:rPr lang="en-US" sz="1800" dirty="0">
                <a:solidFill>
                  <a:schemeClr val="tx1"/>
                </a:solidFill>
              </a:rPr>
              <a:t>TAs: </a:t>
            </a:r>
            <a:r>
              <a:rPr lang="en-US" sz="1800" dirty="0" err="1">
                <a:solidFill>
                  <a:schemeClr val="tx1"/>
                </a:solidFill>
              </a:rPr>
              <a:t>Shukai</a:t>
            </a:r>
            <a:r>
              <a:rPr lang="en-US" sz="1800" dirty="0">
                <a:solidFill>
                  <a:schemeClr val="tx1"/>
                </a:solidFill>
              </a:rPr>
              <a:t> Duan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F52BA-9EB2-7075-C48C-E9B060758362}"/>
              </a:ext>
            </a:extLst>
          </p:cNvPr>
          <p:cNvSpPr txBox="1"/>
          <p:nvPr/>
        </p:nvSpPr>
        <p:spPr>
          <a:xfrm>
            <a:off x="4351020" y="4702082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Presented by </a:t>
            </a:r>
            <a:r>
              <a:rPr lang="en-US" dirty="0" err="1">
                <a:solidFill>
                  <a:srgbClr val="C00000"/>
                </a:solidFill>
              </a:rPr>
              <a:t>Shukai</a:t>
            </a:r>
            <a:r>
              <a:rPr lang="en-US" dirty="0">
                <a:solidFill>
                  <a:srgbClr val="C00000"/>
                </a:solidFill>
              </a:rPr>
              <a:t> Duan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r>
              <a:rPr lang="en-US" dirty="0">
                <a:highlight>
                  <a:srgbClr val="FFFFFF"/>
                </a:highlight>
                <a:latin typeface="Arial" panose="020B0604020202020204" pitchFamily="34" charset="0"/>
              </a:rPr>
              <a:t>Phase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Google Shape;209;p43">
            <a:extLst>
              <a:ext uri="{FF2B5EF4-FFF2-40B4-BE49-F238E27FC236}">
                <a16:creationId xmlns:a16="http://schemas.microsoft.com/office/drawing/2014/main" id="{E6CBE4AE-08BC-593A-1971-AD02E3C13EE0}"/>
              </a:ext>
            </a:extLst>
          </p:cNvPr>
          <p:cNvSpPr txBox="1">
            <a:spLocks/>
          </p:cNvSpPr>
          <p:nvPr/>
        </p:nvSpPr>
        <p:spPr>
          <a:xfrm>
            <a:off x="1369694" y="2253986"/>
            <a:ext cx="4152900" cy="63552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3200" b="1" dirty="0" err="1">
                <a:solidFill>
                  <a:srgbClr val="C00000"/>
                </a:solidFill>
              </a:rPr>
              <a:t>C</a:t>
            </a:r>
            <a:r>
              <a:rPr lang="en-US" altLang="zh-CN" sz="3200" b="1" dirty="0" err="1">
                <a:solidFill>
                  <a:srgbClr val="C00000"/>
                </a:solidFill>
              </a:rPr>
              <a:t>uda</a:t>
            </a:r>
            <a:r>
              <a:rPr lang="en-US" altLang="zh-CN" sz="3200" b="1" dirty="0">
                <a:solidFill>
                  <a:srgbClr val="C00000"/>
                </a:solidFill>
              </a:rPr>
              <a:t> Programming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9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 err="1"/>
              <a:t>Cuda</a:t>
            </a:r>
            <a:r>
              <a:rPr lang="en-US" sz="2800" dirty="0"/>
              <a:t>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4CB2B-B170-1E8B-5434-51506FE5AFF5}"/>
              </a:ext>
            </a:extLst>
          </p:cNvPr>
          <p:cNvSpPr txBox="1">
            <a:spLocks/>
          </p:cNvSpPr>
          <p:nvPr/>
        </p:nvSpPr>
        <p:spPr>
          <a:xfrm>
            <a:off x="281463" y="973801"/>
            <a:ext cx="6256497" cy="381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892" marR="0" lvl="0" indent="-256454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A50021"/>
              </a:buClr>
              <a:buSzPts val="1785"/>
              <a:buFont typeface="Noto Sans Symbols"/>
              <a:buChar char="❑"/>
              <a:defRPr sz="15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783" marR="0" lvl="1" indent="-237452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A50021"/>
              </a:buClr>
              <a:buSzPts val="1386"/>
              <a:buFont typeface="Noto Sans Symbols"/>
              <a:buChar char="❑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75" marR="0" lvl="2" indent="-217879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A50021"/>
              </a:buClr>
              <a:buSzPts val="975"/>
              <a:buFont typeface="Noto Sans Symbols"/>
              <a:buChar char="❑"/>
              <a:defRPr sz="11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66" marR="0" lvl="3" indent="-235738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Noto Sans Symbols"/>
              <a:buChar char="▪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57" marR="0" lvl="4" indent="-228594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A50021"/>
              </a:buClr>
              <a:buSzPts val="12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348" marR="0" lvl="5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240" marR="0" lvl="6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132" marR="0" lvl="7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023" marR="0" lvl="8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CUDA is an extension to the C and C++ languages for scalable parallel programming of manycore GPUs and multicore CPUs</a:t>
            </a:r>
          </a:p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With the more recent models the GPU excels in data parallel and throughput computing, executing high performance computing applications as well as graphics applications</a:t>
            </a:r>
          </a:p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CUDA abstractions: a 1) thread groups, 2) shared memories, and 3) barrier synchronization</a:t>
            </a:r>
          </a:p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CUDA abstractions are hierarchical and provide a clear parallel structure to conventional C code for one thread of the hierarchy</a:t>
            </a:r>
          </a:p>
        </p:txBody>
      </p:sp>
    </p:spTree>
    <p:extLst>
      <p:ext uri="{BB962C8B-B14F-4D97-AF65-F5344CB8AC3E}">
        <p14:creationId xmlns:p14="http://schemas.microsoft.com/office/powerpoint/2010/main" val="166856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Sample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4CB2B-B170-1E8B-5434-51506FE5AFF5}"/>
              </a:ext>
            </a:extLst>
          </p:cNvPr>
          <p:cNvSpPr txBox="1">
            <a:spLocks/>
          </p:cNvSpPr>
          <p:nvPr/>
        </p:nvSpPr>
        <p:spPr>
          <a:xfrm>
            <a:off x="281463" y="973801"/>
            <a:ext cx="6256497" cy="381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892" marR="0" lvl="0" indent="-256454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A50021"/>
              </a:buClr>
              <a:buSzPts val="1785"/>
              <a:buFont typeface="Noto Sans Symbols"/>
              <a:buChar char="❑"/>
              <a:defRPr sz="15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783" marR="0" lvl="1" indent="-237452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A50021"/>
              </a:buClr>
              <a:buSzPts val="1386"/>
              <a:buFont typeface="Noto Sans Symbols"/>
              <a:buChar char="❑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75" marR="0" lvl="2" indent="-217879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A50021"/>
              </a:buClr>
              <a:buSzPts val="975"/>
              <a:buFont typeface="Noto Sans Symbols"/>
              <a:buChar char="❑"/>
              <a:defRPr sz="11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66" marR="0" lvl="3" indent="-235738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Noto Sans Symbols"/>
              <a:buChar char="▪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57" marR="0" lvl="4" indent="-228594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A50021"/>
              </a:buClr>
              <a:buSzPts val="12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348" marR="0" lvl="5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240" marR="0" lvl="6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132" marR="0" lvl="7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023" marR="0" lvl="8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A simple C++ program that adds the elements of two arrays with a million elements each:</a:t>
            </a:r>
          </a:p>
          <a:p>
            <a:pPr>
              <a:spcBef>
                <a:spcPts val="0"/>
              </a:spcBef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556FD-CF17-9AB2-982D-92752EBDF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34658"/>
            <a:ext cx="6355956" cy="313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1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Example 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4CB2B-B170-1E8B-5434-51506FE5AFF5}"/>
              </a:ext>
            </a:extLst>
          </p:cNvPr>
          <p:cNvSpPr txBox="1">
            <a:spLocks/>
          </p:cNvSpPr>
          <p:nvPr/>
        </p:nvSpPr>
        <p:spPr>
          <a:xfrm>
            <a:off x="281463" y="973801"/>
            <a:ext cx="6256497" cy="3817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892" marR="0" lvl="0" indent="-256454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A50021"/>
              </a:buClr>
              <a:buSzPts val="1785"/>
              <a:buFont typeface="Noto Sans Symbols"/>
              <a:buChar char="❑"/>
              <a:defRPr sz="15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783" marR="0" lvl="1" indent="-237452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A50021"/>
              </a:buClr>
              <a:buSzPts val="1386"/>
              <a:buFont typeface="Noto Sans Symbols"/>
              <a:buChar char="❑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028675" marR="0" lvl="2" indent="-217879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A50021"/>
              </a:buClr>
              <a:buSzPts val="975"/>
              <a:buFont typeface="Noto Sans Symbols"/>
              <a:buChar char="❑"/>
              <a:defRPr sz="11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566" marR="0" lvl="3" indent="-235738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Noto Sans Symbols"/>
              <a:buChar char="▪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714457" marR="0" lvl="4" indent="-228594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A50021"/>
              </a:buClr>
              <a:buSzPts val="12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057348" marR="0" lvl="5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240" marR="0" lvl="6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132" marR="0" lvl="7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023" marR="0" lvl="8" indent="-257168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We must turn the add function into a function that the GPU can run, called a kernel in CUDA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4447D-6E59-0A48-760D-6D7C22C5C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22" y="2139613"/>
            <a:ext cx="5540220" cy="1486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98EA56-D61F-C8C2-1F4F-9E33106299D5}"/>
              </a:ext>
            </a:extLst>
          </p:cNvPr>
          <p:cNvSpPr txBox="1"/>
          <p:nvPr/>
        </p:nvSpPr>
        <p:spPr>
          <a:xfrm>
            <a:off x="109340" y="2350008"/>
            <a:ext cx="8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Kernels</a:t>
            </a:r>
          </a:p>
        </p:txBody>
      </p:sp>
    </p:spTree>
    <p:extLst>
      <p:ext uri="{BB962C8B-B14F-4D97-AF65-F5344CB8AC3E}">
        <p14:creationId xmlns:p14="http://schemas.microsoft.com/office/powerpoint/2010/main" val="152120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Example 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15409-AC92-BF2D-8238-E842C35F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74" y="808307"/>
            <a:ext cx="6142252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3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Speed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2A1CB-7713-BDBE-ABCF-5315D8689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94" y="892134"/>
            <a:ext cx="6233700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8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7BC3-96F8-3256-4C59-7C1AC363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847" y="1403569"/>
            <a:ext cx="6295073" cy="2962691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phase 3, we will program linear layer with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cuda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programming and analyze speed, timing etc. with FPGA result.</a:t>
            </a:r>
          </a:p>
          <a:p>
            <a:pPr marL="86438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Because we have a difficult problem on phase2, we make phase 3 an easier phase.</a:t>
            </a:r>
          </a:p>
          <a:p>
            <a:pPr marL="86438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93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549F-E7D2-5964-4B77-A2BF39C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29EB-D105-8628-692C-7E47CDF0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8" y="190328"/>
            <a:ext cx="4933653" cy="385763"/>
          </a:xfrm>
        </p:spPr>
        <p:txBody>
          <a:bodyPr/>
          <a:lstStyle/>
          <a:p>
            <a:pPr defTabSz="685783">
              <a:spcBef>
                <a:spcPts val="270"/>
              </a:spcBef>
              <a:buSzPts val="1386"/>
              <a:defRPr/>
            </a:pPr>
            <a:r>
              <a:rPr lang="en-US" sz="2800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7BC3-96F8-3256-4C59-7C1AC363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614" y="1789333"/>
            <a:ext cx="6572489" cy="1564834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dirty="0" err="1">
                <a:solidFill>
                  <a:srgbClr val="000000"/>
                </a:solidFill>
                <a:latin typeface="Arial" panose="020B0604020202020204" pitchFamily="34" charset="0"/>
              </a:rPr>
              <a:t>Cuda</a:t>
            </a: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 code: Phase3.cu</a:t>
            </a:r>
          </a:p>
          <a:p>
            <a:pPr marL="86438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</a:rPr>
              <a:t>Short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7DC5-AAE0-6BFE-F291-7E2F1119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CAB69-1B2F-42C9-A36B-19E28B50061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9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F50-C87F-3CE3-F9A0-506FD88716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375" dirty="0">
                <a:latin typeface="Arial Narrow" panose="020B0606020202030204" pitchFamily="34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AD8EC-AAFE-E745-BB66-08DF41AC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74515-D496-4E24-8F5A-AD25AC77C9E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524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232</Words>
  <Application>Microsoft Office PowerPoint</Application>
  <PresentationFormat>Custom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 Symbols</vt:lpstr>
      <vt:lpstr>Arial</vt:lpstr>
      <vt:lpstr>Arial Narrow</vt:lpstr>
      <vt:lpstr>Calibri</vt:lpstr>
      <vt:lpstr>Times New Roman</vt:lpstr>
      <vt:lpstr>Simple Light</vt:lpstr>
      <vt:lpstr>2_Default Design</vt:lpstr>
      <vt:lpstr>Custom Design</vt:lpstr>
      <vt:lpstr>EE454:  Introduction to Systems-on-chip</vt:lpstr>
      <vt:lpstr>Phase 3</vt:lpstr>
      <vt:lpstr>Cuda Programming</vt:lpstr>
      <vt:lpstr>Sample Example</vt:lpstr>
      <vt:lpstr>Example (contd.)</vt:lpstr>
      <vt:lpstr>Example (contd.)</vt:lpstr>
      <vt:lpstr>Speed Summary</vt:lpstr>
      <vt:lpstr>Task</vt:lpstr>
      <vt:lpstr>Submission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deep learning: A BP-free approach for parallel block-wise training of neural networks </dc:title>
  <cp:lastModifiedBy>聪康 吕</cp:lastModifiedBy>
  <cp:revision>20</cp:revision>
  <dcterms:modified xsi:type="dcterms:W3CDTF">2025-12-11T13:32:07Z</dcterms:modified>
</cp:coreProperties>
</file>